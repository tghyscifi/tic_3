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300" r:id="rId3"/>
  </p:sldIdLst>
  <p:sldSz cx="24384000" cy="13716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 snapToObjects="1">
      <p:cViewPr varScale="1">
        <p:scale>
          <a:sx n="41" d="100"/>
          <a:sy n="41" d="100"/>
        </p:scale>
        <p:origin x="2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47252-CE0B-4791-A02F-6D6352062697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0B5AD-336E-4BC1-95DB-AC732AB6C2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54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B5AD-336E-4BC1-95DB-AC732AB6C26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951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点击鼠标编辑大纲文字格式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第二个大纲级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第三大纲级别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第四大纲级别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第五大纲级别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第六大纲级别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第七大纲级别</a:t>
            </a:r>
            <a:endParaRPr lang="en-US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11600" spc="-1" dirty="0">
                <a:latin typeface="Arial"/>
              </a:rPr>
              <a:t>Detection</a:t>
            </a:r>
            <a:r>
              <a:rPr lang="zh-CN" altLang="en-US" sz="11600" spc="-1" dirty="0">
                <a:latin typeface="Arial"/>
              </a:rPr>
              <a:t>动态接收数据需求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5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6698D1E-6A34-45E1-B1C0-D02F9BA202AB}"/>
              </a:ext>
            </a:extLst>
          </p:cNvPr>
          <p:cNvSpPr txBox="1"/>
          <p:nvPr/>
        </p:nvSpPr>
        <p:spPr>
          <a:xfrm>
            <a:off x="1040969" y="2228034"/>
            <a:ext cx="22302061" cy="994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输入数据为：</a:t>
            </a:r>
            <a:r>
              <a:rPr lang="en-US" altLang="zh-CN" sz="3200" dirty="0"/>
              <a:t>256*256*3  </a:t>
            </a:r>
            <a:r>
              <a:rPr lang="zh-CN" altLang="en-US" sz="3200" dirty="0"/>
              <a:t>（通道</a:t>
            </a:r>
            <a:r>
              <a:rPr lang="en-US" altLang="zh-CN" sz="3200" dirty="0"/>
              <a:t> * </a:t>
            </a:r>
            <a:r>
              <a:rPr lang="zh-CN" altLang="en-US" sz="3200" dirty="0"/>
              <a:t>高度 </a:t>
            </a:r>
            <a:r>
              <a:rPr lang="en-US" altLang="zh-CN" sz="3200" dirty="0"/>
              <a:t>* </a:t>
            </a:r>
            <a:r>
              <a:rPr lang="zh-CN" altLang="en-US" sz="3200" dirty="0"/>
              <a:t>宽度）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数据高度拆</a:t>
            </a:r>
            <a:r>
              <a:rPr lang="en-US" altLang="zh-CN" sz="3200" dirty="0"/>
              <a:t>8</a:t>
            </a:r>
            <a:r>
              <a:rPr lang="zh-CN" altLang="en-US" sz="3200" dirty="0"/>
              <a:t>份，宽度拆分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[0-256)</a:t>
            </a:r>
            <a:r>
              <a:rPr lang="zh-CN" altLang="en-US" sz="3200" dirty="0"/>
              <a:t>的高度拆分为：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		[0-33)	[32-65)	[64-97)	[96-129)		[128-161)		[160-193)		[192-225)		[224-256)</a:t>
            </a:r>
          </a:p>
          <a:p>
            <a:r>
              <a:rPr lang="zh-CN" altLang="en-US" sz="3200" dirty="0"/>
              <a:t>行数：</a:t>
            </a:r>
            <a:r>
              <a:rPr lang="en-US" altLang="zh-CN" sz="3200" dirty="0"/>
              <a:t>	33		33		33		33			33			33			33			32</a:t>
            </a:r>
          </a:p>
          <a:p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分</a:t>
            </a:r>
            <a:r>
              <a:rPr lang="en-US" altLang="zh-CN" sz="3200" dirty="0"/>
              <a:t>2</a:t>
            </a:r>
            <a:r>
              <a:rPr lang="zh-CN" altLang="en-US" sz="3200" dirty="0"/>
              <a:t>个</a:t>
            </a:r>
            <a:r>
              <a:rPr lang="en-US" altLang="zh-CN" sz="3200" dirty="0"/>
              <a:t>phase</a:t>
            </a:r>
            <a:r>
              <a:rPr lang="zh-CN" altLang="en-US" sz="3200" dirty="0"/>
              <a:t>发入芯片，每个</a:t>
            </a:r>
            <a:r>
              <a:rPr lang="en-US" altLang="zh-CN" sz="3200" dirty="0"/>
              <a:t>phase</a:t>
            </a:r>
            <a:r>
              <a:rPr lang="zh-CN" altLang="en-US" sz="3200" dirty="0"/>
              <a:t>发送的数据为总数据量的一半：</a:t>
            </a:r>
            <a:endParaRPr lang="en-US" altLang="zh-CN" sz="3200" dirty="0"/>
          </a:p>
          <a:p>
            <a:r>
              <a:rPr lang="en-US" altLang="zh-CN" sz="3200" dirty="0"/>
              <a:t>		</a:t>
            </a:r>
            <a:r>
              <a:rPr lang="zh-CN" altLang="en-US" sz="3200" dirty="0"/>
              <a:t>前</a:t>
            </a:r>
            <a:r>
              <a:rPr lang="en-US" altLang="zh-CN" sz="3200" dirty="0"/>
              <a:t>7</a:t>
            </a:r>
            <a:r>
              <a:rPr lang="zh-CN" altLang="en-US" sz="3200" dirty="0"/>
              <a:t>个</a:t>
            </a:r>
            <a:r>
              <a:rPr lang="en-US" altLang="zh-CN" sz="3200" dirty="0"/>
              <a:t>core</a:t>
            </a:r>
            <a:r>
              <a:rPr lang="zh-CN" altLang="en-US" sz="3200" dirty="0"/>
              <a:t>：</a:t>
            </a:r>
            <a:r>
              <a:rPr lang="en-US" altLang="zh-CN" sz="3200" dirty="0"/>
              <a:t>33*256*3/2</a:t>
            </a:r>
          </a:p>
          <a:p>
            <a:r>
              <a:rPr lang="en-US" altLang="zh-CN" sz="3200" dirty="0"/>
              <a:t>		</a:t>
            </a:r>
            <a:r>
              <a:rPr lang="zh-CN" altLang="en-US" sz="3200" dirty="0"/>
              <a:t>第</a:t>
            </a:r>
            <a:r>
              <a:rPr lang="en-US" altLang="zh-CN" sz="3200" dirty="0"/>
              <a:t>8</a:t>
            </a:r>
            <a:r>
              <a:rPr lang="zh-CN" altLang="en-US" sz="3200" dirty="0"/>
              <a:t>个</a:t>
            </a:r>
            <a:r>
              <a:rPr lang="en-US" altLang="zh-CN" sz="3200" dirty="0"/>
              <a:t>core</a:t>
            </a:r>
            <a:r>
              <a:rPr lang="zh-CN" altLang="en-US" sz="3200" dirty="0"/>
              <a:t>：</a:t>
            </a:r>
            <a:r>
              <a:rPr lang="en-US" altLang="zh-CN" sz="3200" dirty="0"/>
              <a:t>32*256*3/2</a:t>
            </a:r>
          </a:p>
          <a:p>
            <a:r>
              <a:rPr lang="en-US" altLang="zh-CN" sz="3200" dirty="0"/>
              <a:t>		</a:t>
            </a:r>
          </a:p>
          <a:p>
            <a:r>
              <a:rPr lang="zh-CN" altLang="en-US" sz="3200" dirty="0"/>
              <a:t>分别发送到的目的</a:t>
            </a:r>
            <a:r>
              <a:rPr lang="en-US" altLang="zh-CN" sz="3200" dirty="0"/>
              <a:t>core</a:t>
            </a:r>
            <a:r>
              <a:rPr lang="zh-CN" altLang="en-US" sz="3200" dirty="0"/>
              <a:t>的绝对坐标为：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(8,4)  (9,4), …… , (15,4)</a:t>
            </a:r>
          </a:p>
          <a:p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b="1" dirty="0">
                <a:solidFill>
                  <a:srgbClr val="FF0000"/>
                </a:solidFill>
              </a:rPr>
              <a:t>数据采用</a:t>
            </a:r>
            <a:r>
              <a:rPr lang="en-US" altLang="zh-CN" sz="3200" b="1" dirty="0">
                <a:solidFill>
                  <a:srgbClr val="FF0000"/>
                </a:solidFill>
              </a:rPr>
              <a:t>0x81</a:t>
            </a:r>
            <a:r>
              <a:rPr lang="zh-CN" altLang="en-US" sz="3200" b="1" dirty="0">
                <a:solidFill>
                  <a:srgbClr val="FF0000"/>
                </a:solidFill>
              </a:rPr>
              <a:t>原语的数据存放方式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C224EB-8CEC-4BE2-83B0-884035243C79}"/>
              </a:ext>
            </a:extLst>
          </p:cNvPr>
          <p:cNvSpPr txBox="1"/>
          <p:nvPr/>
        </p:nvSpPr>
        <p:spPr>
          <a:xfrm>
            <a:off x="10889815" y="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芯片路由接收</a:t>
            </a:r>
          </a:p>
        </p:txBody>
      </p:sp>
    </p:spTree>
    <p:extLst>
      <p:ext uri="{BB962C8B-B14F-4D97-AF65-F5344CB8AC3E}">
        <p14:creationId xmlns:p14="http://schemas.microsoft.com/office/powerpoint/2010/main" val="4080154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3380</TotalTime>
  <Words>169</Words>
  <Application>Microsoft Office PowerPoint</Application>
  <PresentationFormat>自定义</PresentationFormat>
  <Paragraphs>23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DejaVu Sans</vt:lpstr>
      <vt:lpstr>等线</vt:lpstr>
      <vt:lpstr>Arial</vt:lpstr>
      <vt:lpstr>Symbol</vt:lpstr>
      <vt:lpstr>Wingdings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sch20</cp:lastModifiedBy>
  <cp:revision>132</cp:revision>
  <dcterms:created xsi:type="dcterms:W3CDTF">2021-08-29T14:06:47Z</dcterms:created>
  <dcterms:modified xsi:type="dcterms:W3CDTF">2021-11-03T05:36:39Z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