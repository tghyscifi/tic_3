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258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</p:sldIdLst>
  <p:sldSz cx="24384000" cy="13716000"/>
  <p:notesSz cx="7559675" cy="106918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41" d="100"/>
          <a:sy n="41" d="100"/>
        </p:scale>
        <p:origin x="2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452623-65F5-423B-A9D7-6C0D69EC0521}" type="datetimeFigureOut">
              <a:rPr lang="zh-CN" altLang="en-US" smtClean="0"/>
              <a:t>2021/11/3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7F75C-4943-400E-82F3-EC05F233CD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1008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7F75C-4943-400E-82F3-EC05F233CD6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069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1218960" y="547200"/>
            <a:ext cx="21944520" cy="10614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218960" y="7364160"/>
            <a:ext cx="219445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12463560" y="320940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12189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12463560" y="7364160"/>
            <a:ext cx="107089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6382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6057800" y="320940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121896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86382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16057800" y="7364160"/>
            <a:ext cx="7065720" cy="3794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/>
              </a:rPr>
              <a:t>点击鼠标编辑大纲文字格式</a:t>
            </a:r>
            <a:endParaRPr lang="en-US" sz="32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/>
              </a:rPr>
              <a:t>第二个大纲级</a:t>
            </a:r>
            <a:endParaRPr lang="en-US" sz="2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/>
              </a:rPr>
              <a:t>第三大纲级别</a:t>
            </a:r>
            <a:endParaRPr lang="en-US" sz="24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/>
              </a:rPr>
              <a:t>第四大纲级别</a:t>
            </a:r>
            <a:endParaRPr lang="en-US" sz="20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第五大纲级别</a:t>
            </a:r>
            <a:endParaRPr lang="en-US" sz="20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第六大纲级别</a:t>
            </a:r>
            <a:endParaRPr lang="en-US" sz="20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/>
              </a:rPr>
              <a:t>第七大纲级别</a:t>
            </a:r>
            <a:endParaRPr lang="en-US" sz="20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520" cy="22896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1800" b="0" strike="noStrike" spc="-1">
                <a:latin typeface="Arial"/>
              </a:rPr>
              <a:t>点击鼠标编辑标题文字格式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520" cy="79545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点击鼠标编辑大纲文字格式</a:t>
            </a:r>
            <a:endParaRPr lang="en-US" sz="1800" b="0" strike="noStrike" spc="-1">
              <a:latin typeface="Arial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第二个大纲级</a:t>
            </a:r>
            <a:endParaRPr lang="en-US" sz="1800" b="0" strike="noStrike" spc="-1">
              <a:latin typeface="Arial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第三大纲级别</a:t>
            </a:r>
            <a:endParaRPr lang="en-US" sz="1800" b="0" strike="noStrike" spc="-1">
              <a:latin typeface="Arial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1800" b="0" strike="noStrike" spc="-1">
                <a:latin typeface="Arial"/>
              </a:rPr>
              <a:t>第四大纲级别</a:t>
            </a:r>
            <a:endParaRPr lang="en-US" sz="1800" b="0" strike="noStrike" spc="-1">
              <a:latin typeface="Arial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第五大纲级别</a:t>
            </a:r>
            <a:endParaRPr lang="en-US" sz="1800" b="0" strike="noStrike" spc="-1">
              <a:latin typeface="Arial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第六大纲级别</a:t>
            </a:r>
            <a:endParaRPr lang="en-US" sz="1800" b="0" strike="noStrike" spc="-1">
              <a:latin typeface="Arial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1800" b="0" strike="noStrike" spc="-1">
                <a:latin typeface="Arial"/>
              </a:rPr>
              <a:t>第七大纲级别</a:t>
            </a:r>
            <a:endParaRPr lang="en-US" sz="1800" b="0" strike="noStrike" spc="-1"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CustomShape 1"/>
          <p:cNvSpPr/>
          <p:nvPr/>
        </p:nvSpPr>
        <p:spPr>
          <a:xfrm>
            <a:off x="1206360" y="2575080"/>
            <a:ext cx="21970440" cy="46476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 anchor="b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11600" spc="-1" dirty="0">
                <a:latin typeface="Arial"/>
              </a:rPr>
              <a:t>GRU</a:t>
            </a:r>
            <a:endParaRPr lang="en-US" sz="11600" b="0" strike="noStrike" spc="-1" dirty="0">
              <a:latin typeface="Arial"/>
            </a:endParaRPr>
          </a:p>
        </p:txBody>
      </p:sp>
      <p:sp>
        <p:nvSpPr>
          <p:cNvPr id="115" name="CustomShape 2"/>
          <p:cNvSpPr/>
          <p:nvPr/>
        </p:nvSpPr>
        <p:spPr>
          <a:xfrm>
            <a:off x="1201320" y="7223040"/>
            <a:ext cx="21970440" cy="190440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5500" b="1" strike="noStrike" spc="-1">
                <a:solidFill>
                  <a:srgbClr val="000000"/>
                </a:solidFill>
                <a:latin typeface="Helvetica Neue"/>
                <a:ea typeface="Helvetica Neue"/>
              </a:rPr>
              <a:t>1 core</a:t>
            </a:r>
            <a:endParaRPr lang="en-US" sz="55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Wir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xt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+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bir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239920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 err="1">
                <a:solidFill>
                  <a:srgbClr val="000000"/>
                </a:solidFill>
                <a:latin typeface="等线"/>
                <a:ea typeface="等线"/>
              </a:rPr>
              <a:t>Wir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4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128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Bir = 128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 err="1">
                <a:solidFill>
                  <a:srgbClr val="000000"/>
                </a:solidFill>
                <a:latin typeface="等线"/>
                <a:ea typeface="等线"/>
              </a:rPr>
              <a:t>Xt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37 * ceil(4/16) * 16 / 1024 = 0.578125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GRU1 = 128 * 4 / 1024 = 0.5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GRU1 = 0.5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Whr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 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  <a:ea typeface="Helvetica Neue"/>
              </a:rPr>
              <a:t>h</a:t>
            </a: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t-1 + </a:t>
            </a:r>
            <a:r>
              <a:rPr lang="en-US" altLang="zh-CN" sz="7480" b="1" strike="noStrike" spc="-151" dirty="0" err="1">
                <a:solidFill>
                  <a:srgbClr val="000000"/>
                </a:solidFill>
                <a:latin typeface="Helvetica Neue"/>
                <a:ea typeface="Helvetica Neue"/>
              </a:rPr>
              <a:t>bhr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2399203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 err="1">
                <a:solidFill>
                  <a:srgbClr val="000000"/>
                </a:solidFill>
                <a:latin typeface="等线"/>
                <a:ea typeface="等线"/>
              </a:rPr>
              <a:t>Whr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128 * 128 / 1024 = 16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Bhr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128 / 1024 * 4 </a:t>
            </a:r>
            <a:r>
              <a:rPr lang="en-US" sz="3000" spc="-1">
                <a:solidFill>
                  <a:srgbClr val="000000"/>
                </a:solidFill>
                <a:latin typeface="等线"/>
                <a:ea typeface="等线"/>
              </a:rPr>
              <a:t>= 0.5</a:t>
            </a: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H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t-1 = 128/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GRU2 = 128 * 4 / 1024 = 0.5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GRU1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38362" y="9979170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97682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7" name="Group 12">
            <a:extLst>
              <a:ext uri="{FF2B5EF4-FFF2-40B4-BE49-F238E27FC236}">
                <a16:creationId xmlns:a16="http://schemas.microsoft.com/office/drawing/2014/main" id="{1E2CB62D-CFE0-457D-8F05-DF5590D4C401}"/>
              </a:ext>
            </a:extLst>
          </p:cNvPr>
          <p:cNvGrpSpPr/>
          <p:nvPr/>
        </p:nvGrpSpPr>
        <p:grpSpPr>
          <a:xfrm>
            <a:off x="1898588" y="4485994"/>
            <a:ext cx="2960100" cy="548754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6718CCC6-58AD-45A0-A1C8-85678153152A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FBCF8AD5-824C-45ED-BDFC-E8E54CF9EDC0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GRU2 = 0.5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4457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trike="noStrike" spc="-151" dirty="0">
                <a:solidFill>
                  <a:srgbClr val="000000"/>
                </a:solidFill>
                <a:latin typeface="Helvetica Neue"/>
                <a:ea typeface="Helvetica Neue"/>
              </a:rPr>
              <a:t>Sigmoid(GRU1 + GRU2)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0" name="CustomShape 24"/>
          <p:cNvSpPr/>
          <p:nvPr/>
        </p:nvSpPr>
        <p:spPr>
          <a:xfrm>
            <a:off x="10682280" y="2706120"/>
            <a:ext cx="12159720" cy="1014209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Rt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128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LUTs = 2^8 / 1024 = 0.25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GRU1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38362" y="9979170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97682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37" name="Group 12">
            <a:extLst>
              <a:ext uri="{FF2B5EF4-FFF2-40B4-BE49-F238E27FC236}">
                <a16:creationId xmlns:a16="http://schemas.microsoft.com/office/drawing/2014/main" id="{1E2CB62D-CFE0-457D-8F05-DF5590D4C401}"/>
              </a:ext>
            </a:extLst>
          </p:cNvPr>
          <p:cNvGrpSpPr/>
          <p:nvPr/>
        </p:nvGrpSpPr>
        <p:grpSpPr>
          <a:xfrm>
            <a:off x="1898588" y="4485994"/>
            <a:ext cx="2960100" cy="548754"/>
            <a:chOff x="6494040" y="3629520"/>
            <a:chExt cx="1643040" cy="4589640"/>
          </a:xfrm>
        </p:grpSpPr>
        <p:sp>
          <p:nvSpPr>
            <p:cNvPr id="38" name="CustomShape 13">
              <a:extLst>
                <a:ext uri="{FF2B5EF4-FFF2-40B4-BE49-F238E27FC236}">
                  <a16:creationId xmlns:a16="http://schemas.microsoft.com/office/drawing/2014/main" id="{6718CCC6-58AD-45A0-A1C8-85678153152A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9" name="CustomShape 14">
              <a:extLst>
                <a:ext uri="{FF2B5EF4-FFF2-40B4-BE49-F238E27FC236}">
                  <a16:creationId xmlns:a16="http://schemas.microsoft.com/office/drawing/2014/main" id="{FBCF8AD5-824C-45ED-BDFC-E8E54CF9EDC0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GRU2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5" name="Group 15">
            <a:extLst>
              <a:ext uri="{FF2B5EF4-FFF2-40B4-BE49-F238E27FC236}">
                <a16:creationId xmlns:a16="http://schemas.microsoft.com/office/drawing/2014/main" id="{CE8BE417-84AB-4ABA-B692-6AC5B8CCDD17}"/>
              </a:ext>
            </a:extLst>
          </p:cNvPr>
          <p:cNvGrpSpPr/>
          <p:nvPr/>
        </p:nvGrpSpPr>
        <p:grpSpPr>
          <a:xfrm>
            <a:off x="1906843" y="5044505"/>
            <a:ext cx="2960807" cy="470750"/>
            <a:chOff x="3652920" y="3623040"/>
            <a:chExt cx="1643040" cy="304200"/>
          </a:xfrm>
        </p:grpSpPr>
        <p:sp>
          <p:nvSpPr>
            <p:cNvPr id="56" name="CustomShape 16">
              <a:extLst>
                <a:ext uri="{FF2B5EF4-FFF2-40B4-BE49-F238E27FC236}">
                  <a16:creationId xmlns:a16="http://schemas.microsoft.com/office/drawing/2014/main" id="{C401D72B-D79E-482C-ABDF-069789CB6CC2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7" name="CustomShape 17">
              <a:extLst>
                <a:ext uri="{FF2B5EF4-FFF2-40B4-BE49-F238E27FC236}">
                  <a16:creationId xmlns:a16="http://schemas.microsoft.com/office/drawing/2014/main" id="{9FDBB874-4F2D-4BC2-8885-0CD0CC916617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Buffer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9" name="Group 12">
            <a:extLst>
              <a:ext uri="{FF2B5EF4-FFF2-40B4-BE49-F238E27FC236}">
                <a16:creationId xmlns:a16="http://schemas.microsoft.com/office/drawing/2014/main" id="{EA5B3399-6195-4566-899A-1839C80D74E8}"/>
              </a:ext>
            </a:extLst>
          </p:cNvPr>
          <p:cNvGrpSpPr/>
          <p:nvPr/>
        </p:nvGrpSpPr>
        <p:grpSpPr>
          <a:xfrm>
            <a:off x="1922702" y="5524297"/>
            <a:ext cx="2960100" cy="293173"/>
            <a:chOff x="6494040" y="3629520"/>
            <a:chExt cx="1643040" cy="4589640"/>
          </a:xfrm>
        </p:grpSpPr>
        <p:sp>
          <p:nvSpPr>
            <p:cNvPr id="64" name="CustomShape 13">
              <a:extLst>
                <a:ext uri="{FF2B5EF4-FFF2-40B4-BE49-F238E27FC236}">
                  <a16:creationId xmlns:a16="http://schemas.microsoft.com/office/drawing/2014/main" id="{B1B306A5-CF0A-4BF6-8A39-74C55127A78E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5" name="CustomShape 14">
              <a:extLst>
                <a:ext uri="{FF2B5EF4-FFF2-40B4-BE49-F238E27FC236}">
                  <a16:creationId xmlns:a16="http://schemas.microsoft.com/office/drawing/2014/main" id="{6987EC8E-D5D0-4281-B7BB-BD5B5F1DBD19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4496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trike="noStrike" spc="-151" dirty="0">
                <a:solidFill>
                  <a:srgbClr val="000000"/>
                </a:solidFill>
                <a:latin typeface="Helvetica Neue"/>
              </a:rPr>
              <a:t>Wiz </a:t>
            </a:r>
            <a:r>
              <a:rPr lang="en-US" sz="7480" b="1" strike="noStrike" spc="-151" dirty="0" err="1">
                <a:solidFill>
                  <a:srgbClr val="000000"/>
                </a:solidFill>
                <a:latin typeface="Helvetica Neue"/>
              </a:rPr>
              <a:t>xt</a:t>
            </a:r>
            <a:r>
              <a:rPr lang="en-US" sz="7480" b="1" strike="noStrike" spc="-151" dirty="0">
                <a:solidFill>
                  <a:srgbClr val="000000"/>
                </a:solidFill>
                <a:latin typeface="Helvetica Neue"/>
              </a:rPr>
              <a:t> + biz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GRU4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38362" y="9979170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97682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0" name="CustomShape 24">
            <a:extLst>
              <a:ext uri="{FF2B5EF4-FFF2-40B4-BE49-F238E27FC236}">
                <a16:creationId xmlns:a16="http://schemas.microsoft.com/office/drawing/2014/main" id="{8D5D6EEE-16B2-453E-8564-89F1B3DE1BED}"/>
              </a:ext>
            </a:extLst>
          </p:cNvPr>
          <p:cNvSpPr/>
          <p:nvPr/>
        </p:nvSpPr>
        <p:spPr>
          <a:xfrm>
            <a:off x="10682280" y="2706120"/>
            <a:ext cx="12159720" cy="193753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Wiz = 4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128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Biz = 128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GRU4 = 128 * 4 / 1024 = 0.5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731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trike="noStrike" spc="-151" dirty="0" err="1">
                <a:solidFill>
                  <a:srgbClr val="000000"/>
                </a:solidFill>
                <a:latin typeface="Helvetica Neue"/>
              </a:rPr>
              <a:t>Whz</a:t>
            </a:r>
            <a:r>
              <a:rPr lang="en-US" sz="7480" b="1" strike="noStrike" spc="-151" dirty="0">
                <a:solidFill>
                  <a:srgbClr val="000000"/>
                </a:solidFill>
                <a:latin typeface="Helvetica Neue"/>
              </a:rPr>
              <a:t> </a:t>
            </a:r>
            <a:r>
              <a:rPr lang="en-US" sz="7480" b="1" spc="-151" dirty="0">
                <a:solidFill>
                  <a:srgbClr val="000000"/>
                </a:solidFill>
                <a:latin typeface="Helvetica Neue"/>
              </a:rPr>
              <a:t>h</a:t>
            </a:r>
            <a:r>
              <a:rPr lang="en-US" sz="7480" b="1" strike="noStrike" spc="-151" dirty="0">
                <a:solidFill>
                  <a:srgbClr val="000000"/>
                </a:solidFill>
                <a:latin typeface="Helvetica Neue"/>
              </a:rPr>
              <a:t>t-1 + </a:t>
            </a:r>
            <a:r>
              <a:rPr lang="en-US" sz="7480" b="1" strike="noStrike" spc="-151" dirty="0" err="1">
                <a:solidFill>
                  <a:srgbClr val="000000"/>
                </a:solidFill>
                <a:latin typeface="Helvetica Neue"/>
              </a:rPr>
              <a:t>bhz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GRU4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38362" y="9979170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97682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0" name="CustomShape 24">
            <a:extLst>
              <a:ext uri="{FF2B5EF4-FFF2-40B4-BE49-F238E27FC236}">
                <a16:creationId xmlns:a16="http://schemas.microsoft.com/office/drawing/2014/main" id="{8D5D6EEE-16B2-453E-8564-89F1B3DE1BED}"/>
              </a:ext>
            </a:extLst>
          </p:cNvPr>
          <p:cNvSpPr/>
          <p:nvPr/>
        </p:nvSpPr>
        <p:spPr>
          <a:xfrm>
            <a:off x="10682280" y="2706120"/>
            <a:ext cx="12159720" cy="193753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 err="1">
                <a:solidFill>
                  <a:srgbClr val="000000"/>
                </a:solidFill>
                <a:latin typeface="等线"/>
                <a:ea typeface="等线"/>
              </a:rPr>
              <a:t>Whz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128 * 128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Bhz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128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GRU5 = 128 * 4 / 1024 = 0.5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5" name="Group 12">
            <a:extLst>
              <a:ext uri="{FF2B5EF4-FFF2-40B4-BE49-F238E27FC236}">
                <a16:creationId xmlns:a16="http://schemas.microsoft.com/office/drawing/2014/main" id="{CABFE167-F200-42E8-AF5E-C66F7E838681}"/>
              </a:ext>
            </a:extLst>
          </p:cNvPr>
          <p:cNvGrpSpPr/>
          <p:nvPr/>
        </p:nvGrpSpPr>
        <p:grpSpPr>
          <a:xfrm>
            <a:off x="1898588" y="4485994"/>
            <a:ext cx="2960100" cy="548754"/>
            <a:chOff x="6494040" y="3629520"/>
            <a:chExt cx="1643040" cy="4589640"/>
          </a:xfrm>
        </p:grpSpPr>
        <p:sp>
          <p:nvSpPr>
            <p:cNvPr id="71" name="CustomShape 13">
              <a:extLst>
                <a:ext uri="{FF2B5EF4-FFF2-40B4-BE49-F238E27FC236}">
                  <a16:creationId xmlns:a16="http://schemas.microsoft.com/office/drawing/2014/main" id="{4E57CA39-CB5B-467E-B4A1-D9696902214C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2" name="CustomShape 14">
              <a:extLst>
                <a:ext uri="{FF2B5EF4-FFF2-40B4-BE49-F238E27FC236}">
                  <a16:creationId xmlns:a16="http://schemas.microsoft.com/office/drawing/2014/main" id="{28557DB1-F5B6-40FE-9701-AB8F73682BEB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GRU5 = 0.5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156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sz="7480" b="1" strike="noStrike" spc="-151" dirty="0">
                <a:solidFill>
                  <a:srgbClr val="000000"/>
                </a:solidFill>
                <a:latin typeface="Helvetica Neue"/>
              </a:rPr>
              <a:t>Sigmoid(GRU4 + GRU5)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6662205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GRU4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38362" y="9979170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976828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25785" y="563353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0" name="CustomShape 24">
            <a:extLst>
              <a:ext uri="{FF2B5EF4-FFF2-40B4-BE49-F238E27FC236}">
                <a16:creationId xmlns:a16="http://schemas.microsoft.com/office/drawing/2014/main" id="{8D5D6EEE-16B2-453E-8564-89F1B3DE1BED}"/>
              </a:ext>
            </a:extLst>
          </p:cNvPr>
          <p:cNvSpPr/>
          <p:nvPr/>
        </p:nvSpPr>
        <p:spPr>
          <a:xfrm>
            <a:off x="10682280" y="2706120"/>
            <a:ext cx="12159720" cy="552544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 err="1">
                <a:solidFill>
                  <a:srgbClr val="000000"/>
                </a:solidFill>
                <a:latin typeface="等线"/>
                <a:ea typeface="等线"/>
              </a:rPr>
              <a:t>Zt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128 / 1024 = 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5" name="Group 12">
            <a:extLst>
              <a:ext uri="{FF2B5EF4-FFF2-40B4-BE49-F238E27FC236}">
                <a16:creationId xmlns:a16="http://schemas.microsoft.com/office/drawing/2014/main" id="{CABFE167-F200-42E8-AF5E-C66F7E838681}"/>
              </a:ext>
            </a:extLst>
          </p:cNvPr>
          <p:cNvGrpSpPr/>
          <p:nvPr/>
        </p:nvGrpSpPr>
        <p:grpSpPr>
          <a:xfrm>
            <a:off x="1898588" y="4485994"/>
            <a:ext cx="2960100" cy="548754"/>
            <a:chOff x="6494040" y="3629520"/>
            <a:chExt cx="1643040" cy="4589640"/>
          </a:xfrm>
        </p:grpSpPr>
        <p:sp>
          <p:nvSpPr>
            <p:cNvPr id="71" name="CustomShape 13">
              <a:extLst>
                <a:ext uri="{FF2B5EF4-FFF2-40B4-BE49-F238E27FC236}">
                  <a16:creationId xmlns:a16="http://schemas.microsoft.com/office/drawing/2014/main" id="{4E57CA39-CB5B-467E-B4A1-D9696902214C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2" name="CustomShape 14">
              <a:extLst>
                <a:ext uri="{FF2B5EF4-FFF2-40B4-BE49-F238E27FC236}">
                  <a16:creationId xmlns:a16="http://schemas.microsoft.com/office/drawing/2014/main" id="{28557DB1-F5B6-40FE-9701-AB8F73682BEB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GRU5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6" name="Group 15">
            <a:extLst>
              <a:ext uri="{FF2B5EF4-FFF2-40B4-BE49-F238E27FC236}">
                <a16:creationId xmlns:a16="http://schemas.microsoft.com/office/drawing/2014/main" id="{9CFC2D5C-855B-4724-A48D-9D9EA357BB6A}"/>
              </a:ext>
            </a:extLst>
          </p:cNvPr>
          <p:cNvGrpSpPr/>
          <p:nvPr/>
        </p:nvGrpSpPr>
        <p:grpSpPr>
          <a:xfrm>
            <a:off x="1907242" y="5044474"/>
            <a:ext cx="2960807" cy="470750"/>
            <a:chOff x="3652920" y="3623040"/>
            <a:chExt cx="1643040" cy="304200"/>
          </a:xfrm>
        </p:grpSpPr>
        <p:sp>
          <p:nvSpPr>
            <p:cNvPr id="85" name="CustomShape 16">
              <a:extLst>
                <a:ext uri="{FF2B5EF4-FFF2-40B4-BE49-F238E27FC236}">
                  <a16:creationId xmlns:a16="http://schemas.microsoft.com/office/drawing/2014/main" id="{A55CC563-A386-4ADC-AEAE-AFDCB68DABA0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6" name="CustomShape 17">
              <a:extLst>
                <a:ext uri="{FF2B5EF4-FFF2-40B4-BE49-F238E27FC236}">
                  <a16:creationId xmlns:a16="http://schemas.microsoft.com/office/drawing/2014/main" id="{83309F33-78AC-472C-8B75-452F59B5C3D9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Buffer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0" name="CustomShape 10">
            <a:extLst>
              <a:ext uri="{FF2B5EF4-FFF2-40B4-BE49-F238E27FC236}">
                <a16:creationId xmlns:a16="http://schemas.microsoft.com/office/drawing/2014/main" id="{F7F51FCE-3226-4B0B-8C4A-23CCBEA6DA2F}"/>
              </a:ext>
            </a:extLst>
          </p:cNvPr>
          <p:cNvSpPr/>
          <p:nvPr/>
        </p:nvSpPr>
        <p:spPr>
          <a:xfrm>
            <a:off x="934322" y="595807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0x0950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91" name="Group 12">
            <a:extLst>
              <a:ext uri="{FF2B5EF4-FFF2-40B4-BE49-F238E27FC236}">
                <a16:creationId xmlns:a16="http://schemas.microsoft.com/office/drawing/2014/main" id="{306AFAEC-611E-4990-A909-86A681F5FCB3}"/>
              </a:ext>
            </a:extLst>
          </p:cNvPr>
          <p:cNvGrpSpPr/>
          <p:nvPr/>
        </p:nvGrpSpPr>
        <p:grpSpPr>
          <a:xfrm>
            <a:off x="1922702" y="5524297"/>
            <a:ext cx="2960100" cy="293173"/>
            <a:chOff x="6494040" y="3629520"/>
            <a:chExt cx="1643040" cy="4589640"/>
          </a:xfrm>
        </p:grpSpPr>
        <p:sp>
          <p:nvSpPr>
            <p:cNvPr id="92" name="CustomShape 13">
              <a:extLst>
                <a:ext uri="{FF2B5EF4-FFF2-40B4-BE49-F238E27FC236}">
                  <a16:creationId xmlns:a16="http://schemas.microsoft.com/office/drawing/2014/main" id="{44D6A31B-906B-4211-96F8-03003BC46F24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3" name="CustomShape 14">
              <a:extLst>
                <a:ext uri="{FF2B5EF4-FFF2-40B4-BE49-F238E27FC236}">
                  <a16:creationId xmlns:a16="http://schemas.microsoft.com/office/drawing/2014/main" id="{FB20EFD6-9B5E-481D-85AA-C9EA443F2F5B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94" name="Group 15">
            <a:extLst>
              <a:ext uri="{FF2B5EF4-FFF2-40B4-BE49-F238E27FC236}">
                <a16:creationId xmlns:a16="http://schemas.microsoft.com/office/drawing/2014/main" id="{C69ABFB9-827C-40C7-952A-6FB356BDCC89}"/>
              </a:ext>
            </a:extLst>
          </p:cNvPr>
          <p:cNvGrpSpPr/>
          <p:nvPr/>
        </p:nvGrpSpPr>
        <p:grpSpPr>
          <a:xfrm>
            <a:off x="1907241" y="5802035"/>
            <a:ext cx="2960807" cy="293400"/>
            <a:chOff x="3652920" y="3623040"/>
            <a:chExt cx="1643040" cy="304200"/>
          </a:xfrm>
        </p:grpSpPr>
        <p:sp>
          <p:nvSpPr>
            <p:cNvPr id="95" name="CustomShape 16">
              <a:extLst>
                <a:ext uri="{FF2B5EF4-FFF2-40B4-BE49-F238E27FC236}">
                  <a16:creationId xmlns:a16="http://schemas.microsoft.com/office/drawing/2014/main" id="{09906A8F-CC2C-46C2-863C-8FB41B442DCC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6" name="CustomShape 17">
              <a:extLst>
                <a:ext uri="{FF2B5EF4-FFF2-40B4-BE49-F238E27FC236}">
                  <a16:creationId xmlns:a16="http://schemas.microsoft.com/office/drawing/2014/main" id="{BA8BB7FF-DDF7-410E-B400-64C8A03E2022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Zt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0361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Win </a:t>
            </a:r>
            <a:r>
              <a:rPr lang="en-US" altLang="zh-CN" sz="7480" b="1" spc="-151" dirty="0" err="1">
                <a:solidFill>
                  <a:srgbClr val="000000"/>
                </a:solidFill>
                <a:latin typeface="Helvetica Neue"/>
              </a:rPr>
              <a:t>xt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 + bin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8711540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8716749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GRU7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06534" y="12033686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117851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24">
            <a:extLst>
              <a:ext uri="{FF2B5EF4-FFF2-40B4-BE49-F238E27FC236}">
                <a16:creationId xmlns:a16="http://schemas.microsoft.com/office/drawing/2014/main" id="{886C7156-25A9-47F9-B6B9-62FAAA31BB15}"/>
              </a:ext>
            </a:extLst>
          </p:cNvPr>
          <p:cNvSpPr/>
          <p:nvPr/>
        </p:nvSpPr>
        <p:spPr>
          <a:xfrm>
            <a:off x="10682280" y="2706120"/>
            <a:ext cx="12159720" cy="193753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Win = 4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* 128 / 1024 = 0.5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Bin = 128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GRU7 = 128 * 4 / 1024 = 0.5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4" name="Group 15">
            <a:extLst>
              <a:ext uri="{FF2B5EF4-FFF2-40B4-BE49-F238E27FC236}">
                <a16:creationId xmlns:a16="http://schemas.microsoft.com/office/drawing/2014/main" id="{97C37084-02CD-4ACD-9B00-2EBA0AA68029}"/>
              </a:ext>
            </a:extLst>
          </p:cNvPr>
          <p:cNvGrpSpPr/>
          <p:nvPr/>
        </p:nvGrpSpPr>
        <p:grpSpPr>
          <a:xfrm>
            <a:off x="6524100" y="8843533"/>
            <a:ext cx="2960807" cy="470750"/>
            <a:chOff x="3652920" y="3623040"/>
            <a:chExt cx="1643040" cy="304200"/>
          </a:xfrm>
        </p:grpSpPr>
        <p:sp>
          <p:nvSpPr>
            <p:cNvPr id="75" name="CustomShape 16">
              <a:extLst>
                <a:ext uri="{FF2B5EF4-FFF2-40B4-BE49-F238E27FC236}">
                  <a16:creationId xmlns:a16="http://schemas.microsoft.com/office/drawing/2014/main" id="{2E61DAF7-AD02-4482-AE24-53EE83686DEA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0" name="CustomShape 17">
              <a:extLst>
                <a:ext uri="{FF2B5EF4-FFF2-40B4-BE49-F238E27FC236}">
                  <a16:creationId xmlns:a16="http://schemas.microsoft.com/office/drawing/2014/main" id="{79C514BB-B01C-4CE0-9F98-B35A72D44E5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Win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91" name="Group 12">
            <a:extLst>
              <a:ext uri="{FF2B5EF4-FFF2-40B4-BE49-F238E27FC236}">
                <a16:creationId xmlns:a16="http://schemas.microsoft.com/office/drawing/2014/main" id="{92A03D06-357E-4CBB-B8ED-66B1890AFA0E}"/>
              </a:ext>
            </a:extLst>
          </p:cNvPr>
          <p:cNvGrpSpPr/>
          <p:nvPr/>
        </p:nvGrpSpPr>
        <p:grpSpPr>
          <a:xfrm>
            <a:off x="6517255" y="9309210"/>
            <a:ext cx="2960100" cy="315265"/>
            <a:chOff x="6494040" y="3629520"/>
            <a:chExt cx="1643040" cy="4589640"/>
          </a:xfrm>
        </p:grpSpPr>
        <p:sp>
          <p:nvSpPr>
            <p:cNvPr id="92" name="CustomShape 13">
              <a:extLst>
                <a:ext uri="{FF2B5EF4-FFF2-40B4-BE49-F238E27FC236}">
                  <a16:creationId xmlns:a16="http://schemas.microsoft.com/office/drawing/2014/main" id="{C132927F-525C-4087-A907-A636CBAF840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3" name="CustomShape 14">
              <a:extLst>
                <a:ext uri="{FF2B5EF4-FFF2-40B4-BE49-F238E27FC236}">
                  <a16:creationId xmlns:a16="http://schemas.microsoft.com/office/drawing/2014/main" id="{6D93B4C5-27DE-4937-B975-B9B1131463E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Bin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4" name="CustomShape 10">
            <a:extLst>
              <a:ext uri="{FF2B5EF4-FFF2-40B4-BE49-F238E27FC236}">
                <a16:creationId xmlns:a16="http://schemas.microsoft.com/office/drawing/2014/main" id="{6244946C-4AB3-4015-9272-F81DA3CB0235}"/>
              </a:ext>
            </a:extLst>
          </p:cNvPr>
          <p:cNvSpPr/>
          <p:nvPr/>
        </p:nvSpPr>
        <p:spPr>
          <a:xfrm>
            <a:off x="5533854" y="87188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0x18700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5" name="CustomShape 10">
            <a:extLst>
              <a:ext uri="{FF2B5EF4-FFF2-40B4-BE49-F238E27FC236}">
                <a16:creationId xmlns:a16="http://schemas.microsoft.com/office/drawing/2014/main" id="{5900033C-BB78-4F0C-8431-C34EB6167DF5}"/>
              </a:ext>
            </a:extLst>
          </p:cNvPr>
          <p:cNvSpPr/>
          <p:nvPr/>
        </p:nvSpPr>
        <p:spPr>
          <a:xfrm>
            <a:off x="5543962" y="91275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6" name="CustomShape 10">
            <a:extLst>
              <a:ext uri="{FF2B5EF4-FFF2-40B4-BE49-F238E27FC236}">
                <a16:creationId xmlns:a16="http://schemas.microsoft.com/office/drawing/2014/main" id="{291CB2B3-5142-42A4-974E-F97DF4217CB5}"/>
              </a:ext>
            </a:extLst>
          </p:cNvPr>
          <p:cNvSpPr/>
          <p:nvPr/>
        </p:nvSpPr>
        <p:spPr>
          <a:xfrm>
            <a:off x="5554400" y="94897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3" name="Group 12">
            <a:extLst>
              <a:ext uri="{FF2B5EF4-FFF2-40B4-BE49-F238E27FC236}">
                <a16:creationId xmlns:a16="http://schemas.microsoft.com/office/drawing/2014/main" id="{FBB2B129-95A7-4901-A582-D51649766953}"/>
              </a:ext>
            </a:extLst>
          </p:cNvPr>
          <p:cNvGrpSpPr/>
          <p:nvPr/>
        </p:nvGrpSpPr>
        <p:grpSpPr>
          <a:xfrm>
            <a:off x="1922702" y="5524297"/>
            <a:ext cx="2960100" cy="293173"/>
            <a:chOff x="6494040" y="3629520"/>
            <a:chExt cx="1643040" cy="4589640"/>
          </a:xfrm>
        </p:grpSpPr>
        <p:sp>
          <p:nvSpPr>
            <p:cNvPr id="104" name="CustomShape 13">
              <a:extLst>
                <a:ext uri="{FF2B5EF4-FFF2-40B4-BE49-F238E27FC236}">
                  <a16:creationId xmlns:a16="http://schemas.microsoft.com/office/drawing/2014/main" id="{BD6F93B9-78F6-43FA-841F-2C5ACD630BE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5" name="CustomShape 14">
              <a:extLst>
                <a:ext uri="{FF2B5EF4-FFF2-40B4-BE49-F238E27FC236}">
                  <a16:creationId xmlns:a16="http://schemas.microsoft.com/office/drawing/2014/main" id="{6BCB5C36-3691-4E15-BF19-002021D9C63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06" name="Group 15">
            <a:extLst>
              <a:ext uri="{FF2B5EF4-FFF2-40B4-BE49-F238E27FC236}">
                <a16:creationId xmlns:a16="http://schemas.microsoft.com/office/drawing/2014/main" id="{35F20925-5B6E-4719-A2E5-22C6819E57B3}"/>
              </a:ext>
            </a:extLst>
          </p:cNvPr>
          <p:cNvGrpSpPr/>
          <p:nvPr/>
        </p:nvGrpSpPr>
        <p:grpSpPr>
          <a:xfrm>
            <a:off x="1907241" y="5802035"/>
            <a:ext cx="2960807" cy="293400"/>
            <a:chOff x="3652920" y="3623040"/>
            <a:chExt cx="1643040" cy="304200"/>
          </a:xfrm>
        </p:grpSpPr>
        <p:sp>
          <p:nvSpPr>
            <p:cNvPr id="107" name="CustomShape 16">
              <a:extLst>
                <a:ext uri="{FF2B5EF4-FFF2-40B4-BE49-F238E27FC236}">
                  <a16:creationId xmlns:a16="http://schemas.microsoft.com/office/drawing/2014/main" id="{CBE1D201-E4BE-4609-8678-AF62D8B58A2F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8" name="CustomShape 17">
              <a:extLst>
                <a:ext uri="{FF2B5EF4-FFF2-40B4-BE49-F238E27FC236}">
                  <a16:creationId xmlns:a16="http://schemas.microsoft.com/office/drawing/2014/main" id="{3CC67D31-9DC0-4C18-8B0C-F7D4CBB3D071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Zt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0199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Cut(</a:t>
            </a:r>
            <a:r>
              <a:rPr lang="en-US" altLang="zh-CN" sz="7480" b="1" spc="-151" dirty="0" err="1">
                <a:solidFill>
                  <a:srgbClr val="000000"/>
                </a:solidFill>
                <a:latin typeface="Helvetica Neue"/>
              </a:rPr>
              <a:t>Whn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 ht-1 + </a:t>
            </a:r>
            <a:r>
              <a:rPr lang="en-US" altLang="zh-CN" sz="7480" b="1" spc="-151" dirty="0" err="1">
                <a:solidFill>
                  <a:srgbClr val="000000"/>
                </a:solidFill>
                <a:latin typeface="Helvetica Neue"/>
              </a:rPr>
              <a:t>bhn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)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8711540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8716749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GRU7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06534" y="12033686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117851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24">
            <a:extLst>
              <a:ext uri="{FF2B5EF4-FFF2-40B4-BE49-F238E27FC236}">
                <a16:creationId xmlns:a16="http://schemas.microsoft.com/office/drawing/2014/main" id="{886C7156-25A9-47F9-B6B9-62FAAA31BB15}"/>
              </a:ext>
            </a:extLst>
          </p:cNvPr>
          <p:cNvSpPr/>
          <p:nvPr/>
        </p:nvSpPr>
        <p:spPr>
          <a:xfrm>
            <a:off x="10682280" y="2706120"/>
            <a:ext cx="12159720" cy="193753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 err="1">
                <a:solidFill>
                  <a:srgbClr val="000000"/>
                </a:solidFill>
                <a:latin typeface="等线"/>
                <a:ea typeface="等线"/>
              </a:rPr>
              <a:t>Whn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128 * 128 / 1024 = 016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spc="-1" dirty="0" err="1">
                <a:solidFill>
                  <a:srgbClr val="000000"/>
                </a:solidFill>
                <a:latin typeface="等线"/>
                <a:ea typeface="等线"/>
              </a:rPr>
              <a:t>Bhn</a:t>
            </a:r>
            <a:r>
              <a:rPr lang="en-US" sz="3000" spc="-1" dirty="0">
                <a:solidFill>
                  <a:srgbClr val="000000"/>
                </a:solidFill>
                <a:latin typeface="等线"/>
                <a:ea typeface="等线"/>
              </a:rPr>
              <a:t> = 128 / 1024 = 0.125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3000" spc="-1" dirty="0">
              <a:solidFill>
                <a:srgbClr val="000000"/>
              </a:solidFill>
              <a:latin typeface="等线"/>
              <a:ea typeface="等线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GRU8 = 128 / 1024 = 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4" name="Group 15">
            <a:extLst>
              <a:ext uri="{FF2B5EF4-FFF2-40B4-BE49-F238E27FC236}">
                <a16:creationId xmlns:a16="http://schemas.microsoft.com/office/drawing/2014/main" id="{97C37084-02CD-4ACD-9B00-2EBA0AA68029}"/>
              </a:ext>
            </a:extLst>
          </p:cNvPr>
          <p:cNvGrpSpPr/>
          <p:nvPr/>
        </p:nvGrpSpPr>
        <p:grpSpPr>
          <a:xfrm>
            <a:off x="6524100" y="8843533"/>
            <a:ext cx="2960807" cy="470750"/>
            <a:chOff x="3652920" y="3623040"/>
            <a:chExt cx="1643040" cy="304200"/>
          </a:xfrm>
        </p:grpSpPr>
        <p:sp>
          <p:nvSpPr>
            <p:cNvPr id="75" name="CustomShape 16">
              <a:extLst>
                <a:ext uri="{FF2B5EF4-FFF2-40B4-BE49-F238E27FC236}">
                  <a16:creationId xmlns:a16="http://schemas.microsoft.com/office/drawing/2014/main" id="{2E61DAF7-AD02-4482-AE24-53EE83686DEA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0" name="CustomShape 17">
              <a:extLst>
                <a:ext uri="{FF2B5EF4-FFF2-40B4-BE49-F238E27FC236}">
                  <a16:creationId xmlns:a16="http://schemas.microsoft.com/office/drawing/2014/main" id="{79C514BB-B01C-4CE0-9F98-B35A72D44E5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Win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91" name="Group 12">
            <a:extLst>
              <a:ext uri="{FF2B5EF4-FFF2-40B4-BE49-F238E27FC236}">
                <a16:creationId xmlns:a16="http://schemas.microsoft.com/office/drawing/2014/main" id="{92A03D06-357E-4CBB-B8ED-66B1890AFA0E}"/>
              </a:ext>
            </a:extLst>
          </p:cNvPr>
          <p:cNvGrpSpPr/>
          <p:nvPr/>
        </p:nvGrpSpPr>
        <p:grpSpPr>
          <a:xfrm>
            <a:off x="6517255" y="9309210"/>
            <a:ext cx="2960100" cy="315265"/>
            <a:chOff x="6494040" y="3629520"/>
            <a:chExt cx="1643040" cy="4589640"/>
          </a:xfrm>
        </p:grpSpPr>
        <p:sp>
          <p:nvSpPr>
            <p:cNvPr id="92" name="CustomShape 13">
              <a:extLst>
                <a:ext uri="{FF2B5EF4-FFF2-40B4-BE49-F238E27FC236}">
                  <a16:creationId xmlns:a16="http://schemas.microsoft.com/office/drawing/2014/main" id="{C132927F-525C-4087-A907-A636CBAF840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3" name="CustomShape 14">
              <a:extLst>
                <a:ext uri="{FF2B5EF4-FFF2-40B4-BE49-F238E27FC236}">
                  <a16:creationId xmlns:a16="http://schemas.microsoft.com/office/drawing/2014/main" id="{6D93B4C5-27DE-4937-B975-B9B1131463E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Bin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4" name="CustomShape 10">
            <a:extLst>
              <a:ext uri="{FF2B5EF4-FFF2-40B4-BE49-F238E27FC236}">
                <a16:creationId xmlns:a16="http://schemas.microsoft.com/office/drawing/2014/main" id="{6244946C-4AB3-4015-9272-F81DA3CB0235}"/>
              </a:ext>
            </a:extLst>
          </p:cNvPr>
          <p:cNvSpPr/>
          <p:nvPr/>
        </p:nvSpPr>
        <p:spPr>
          <a:xfrm>
            <a:off x="5533854" y="87188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0x18700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5" name="CustomShape 10">
            <a:extLst>
              <a:ext uri="{FF2B5EF4-FFF2-40B4-BE49-F238E27FC236}">
                <a16:creationId xmlns:a16="http://schemas.microsoft.com/office/drawing/2014/main" id="{5900033C-BB78-4F0C-8431-C34EB6167DF5}"/>
              </a:ext>
            </a:extLst>
          </p:cNvPr>
          <p:cNvSpPr/>
          <p:nvPr/>
        </p:nvSpPr>
        <p:spPr>
          <a:xfrm>
            <a:off x="5543962" y="91275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6" name="CustomShape 10">
            <a:extLst>
              <a:ext uri="{FF2B5EF4-FFF2-40B4-BE49-F238E27FC236}">
                <a16:creationId xmlns:a16="http://schemas.microsoft.com/office/drawing/2014/main" id="{291CB2B3-5142-42A4-974E-F97DF4217CB5}"/>
              </a:ext>
            </a:extLst>
          </p:cNvPr>
          <p:cNvSpPr/>
          <p:nvPr/>
        </p:nvSpPr>
        <p:spPr>
          <a:xfrm>
            <a:off x="5554400" y="94897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3" name="Group 12">
            <a:extLst>
              <a:ext uri="{FF2B5EF4-FFF2-40B4-BE49-F238E27FC236}">
                <a16:creationId xmlns:a16="http://schemas.microsoft.com/office/drawing/2014/main" id="{FBB2B129-95A7-4901-A582-D51649766953}"/>
              </a:ext>
            </a:extLst>
          </p:cNvPr>
          <p:cNvGrpSpPr/>
          <p:nvPr/>
        </p:nvGrpSpPr>
        <p:grpSpPr>
          <a:xfrm>
            <a:off x="1922702" y="5524297"/>
            <a:ext cx="2960100" cy="293173"/>
            <a:chOff x="6494040" y="3629520"/>
            <a:chExt cx="1643040" cy="4589640"/>
          </a:xfrm>
        </p:grpSpPr>
        <p:sp>
          <p:nvSpPr>
            <p:cNvPr id="104" name="CustomShape 13">
              <a:extLst>
                <a:ext uri="{FF2B5EF4-FFF2-40B4-BE49-F238E27FC236}">
                  <a16:creationId xmlns:a16="http://schemas.microsoft.com/office/drawing/2014/main" id="{BD6F93B9-78F6-43FA-841F-2C5ACD630BE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5" name="CustomShape 14">
              <a:extLst>
                <a:ext uri="{FF2B5EF4-FFF2-40B4-BE49-F238E27FC236}">
                  <a16:creationId xmlns:a16="http://schemas.microsoft.com/office/drawing/2014/main" id="{6BCB5C36-3691-4E15-BF19-002021D9C63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06" name="Group 15">
            <a:extLst>
              <a:ext uri="{FF2B5EF4-FFF2-40B4-BE49-F238E27FC236}">
                <a16:creationId xmlns:a16="http://schemas.microsoft.com/office/drawing/2014/main" id="{35F20925-5B6E-4719-A2E5-22C6819E57B3}"/>
              </a:ext>
            </a:extLst>
          </p:cNvPr>
          <p:cNvGrpSpPr/>
          <p:nvPr/>
        </p:nvGrpSpPr>
        <p:grpSpPr>
          <a:xfrm>
            <a:off x="1907241" y="5802035"/>
            <a:ext cx="2960807" cy="293400"/>
            <a:chOff x="3652920" y="3623040"/>
            <a:chExt cx="1643040" cy="304200"/>
          </a:xfrm>
        </p:grpSpPr>
        <p:sp>
          <p:nvSpPr>
            <p:cNvPr id="107" name="CustomShape 16">
              <a:extLst>
                <a:ext uri="{FF2B5EF4-FFF2-40B4-BE49-F238E27FC236}">
                  <a16:creationId xmlns:a16="http://schemas.microsoft.com/office/drawing/2014/main" id="{CBE1D201-E4BE-4609-8678-AF62D8B58A2F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8" name="CustomShape 17">
              <a:extLst>
                <a:ext uri="{FF2B5EF4-FFF2-40B4-BE49-F238E27FC236}">
                  <a16:creationId xmlns:a16="http://schemas.microsoft.com/office/drawing/2014/main" id="{3CC67D31-9DC0-4C18-8B0C-F7D4CBB3D071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Zt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6" name="Group 15">
            <a:extLst>
              <a:ext uri="{FF2B5EF4-FFF2-40B4-BE49-F238E27FC236}">
                <a16:creationId xmlns:a16="http://schemas.microsoft.com/office/drawing/2014/main" id="{A1C3F45D-D694-4C94-81ED-7BEE68C72BD2}"/>
              </a:ext>
            </a:extLst>
          </p:cNvPr>
          <p:cNvGrpSpPr/>
          <p:nvPr/>
        </p:nvGrpSpPr>
        <p:grpSpPr>
          <a:xfrm>
            <a:off x="6516548" y="9640140"/>
            <a:ext cx="2960807" cy="1354079"/>
            <a:chOff x="3652920" y="3623040"/>
            <a:chExt cx="1643040" cy="304200"/>
          </a:xfrm>
        </p:grpSpPr>
        <p:sp>
          <p:nvSpPr>
            <p:cNvPr id="85" name="CustomShape 16">
              <a:extLst>
                <a:ext uri="{FF2B5EF4-FFF2-40B4-BE49-F238E27FC236}">
                  <a16:creationId xmlns:a16="http://schemas.microsoft.com/office/drawing/2014/main" id="{110440EA-3E98-4F84-B2A4-F4AEB37742D3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6" name="CustomShape 17">
              <a:extLst>
                <a:ext uri="{FF2B5EF4-FFF2-40B4-BE49-F238E27FC236}">
                  <a16:creationId xmlns:a16="http://schemas.microsoft.com/office/drawing/2014/main" id="{D6A126D4-465B-4938-BFEC-02B7862A530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7" name="Group 12">
            <a:extLst>
              <a:ext uri="{FF2B5EF4-FFF2-40B4-BE49-F238E27FC236}">
                <a16:creationId xmlns:a16="http://schemas.microsoft.com/office/drawing/2014/main" id="{A070F152-BDDE-489F-B5C6-2DDA9173B62D}"/>
              </a:ext>
            </a:extLst>
          </p:cNvPr>
          <p:cNvGrpSpPr/>
          <p:nvPr/>
        </p:nvGrpSpPr>
        <p:grpSpPr>
          <a:xfrm>
            <a:off x="6531855" y="11002938"/>
            <a:ext cx="2960100" cy="315265"/>
            <a:chOff x="6494040" y="3629520"/>
            <a:chExt cx="1643040" cy="4589640"/>
          </a:xfrm>
        </p:grpSpPr>
        <p:sp>
          <p:nvSpPr>
            <p:cNvPr id="88" name="CustomShape 13">
              <a:extLst>
                <a:ext uri="{FF2B5EF4-FFF2-40B4-BE49-F238E27FC236}">
                  <a16:creationId xmlns:a16="http://schemas.microsoft.com/office/drawing/2014/main" id="{0B1FD009-E81F-4967-836E-453824A76F7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9" name="CustomShape 14">
              <a:extLst>
                <a:ext uri="{FF2B5EF4-FFF2-40B4-BE49-F238E27FC236}">
                  <a16:creationId xmlns:a16="http://schemas.microsoft.com/office/drawing/2014/main" id="{5498652C-65DA-41B1-81CE-5AD24FEB23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7" name="CustomShape 10">
            <a:extLst>
              <a:ext uri="{FF2B5EF4-FFF2-40B4-BE49-F238E27FC236}">
                <a16:creationId xmlns:a16="http://schemas.microsoft.com/office/drawing/2014/main" id="{8ABBCA57-41CB-4E7A-A2FB-172C91365691}"/>
              </a:ext>
            </a:extLst>
          </p:cNvPr>
          <p:cNvSpPr/>
          <p:nvPr/>
        </p:nvSpPr>
        <p:spPr>
          <a:xfrm>
            <a:off x="5543962" y="107846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0x1C980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8" name="CustomShape 10">
            <a:extLst>
              <a:ext uri="{FF2B5EF4-FFF2-40B4-BE49-F238E27FC236}">
                <a16:creationId xmlns:a16="http://schemas.microsoft.com/office/drawing/2014/main" id="{9A416310-9C92-4AC4-B4CD-904A51BC9AF0}"/>
              </a:ext>
            </a:extLst>
          </p:cNvPr>
          <p:cNvSpPr/>
          <p:nvPr/>
        </p:nvSpPr>
        <p:spPr>
          <a:xfrm>
            <a:off x="5569233" y="1114620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0x1CA00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99" name="Group 12">
            <a:extLst>
              <a:ext uri="{FF2B5EF4-FFF2-40B4-BE49-F238E27FC236}">
                <a16:creationId xmlns:a16="http://schemas.microsoft.com/office/drawing/2014/main" id="{91A2A7B0-E753-4125-A6BE-5AB6B013370B}"/>
              </a:ext>
            </a:extLst>
          </p:cNvPr>
          <p:cNvGrpSpPr/>
          <p:nvPr/>
        </p:nvGrpSpPr>
        <p:grpSpPr>
          <a:xfrm>
            <a:off x="1914795" y="6093305"/>
            <a:ext cx="2960100" cy="293173"/>
            <a:chOff x="6494040" y="3629520"/>
            <a:chExt cx="1643040" cy="4589640"/>
          </a:xfrm>
        </p:grpSpPr>
        <p:sp>
          <p:nvSpPr>
            <p:cNvPr id="100" name="CustomShape 13">
              <a:extLst>
                <a:ext uri="{FF2B5EF4-FFF2-40B4-BE49-F238E27FC236}">
                  <a16:creationId xmlns:a16="http://schemas.microsoft.com/office/drawing/2014/main" id="{A18AE06F-AC09-45D3-A498-69360548924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1" name="CustomShape 14">
              <a:extLst>
                <a:ext uri="{FF2B5EF4-FFF2-40B4-BE49-F238E27FC236}">
                  <a16:creationId xmlns:a16="http://schemas.microsoft.com/office/drawing/2014/main" id="{A22B714A-2A09-4E6B-BEB3-58E4C6A04A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GRU8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11" name="CustomShape 10">
            <a:extLst>
              <a:ext uri="{FF2B5EF4-FFF2-40B4-BE49-F238E27FC236}">
                <a16:creationId xmlns:a16="http://schemas.microsoft.com/office/drawing/2014/main" id="{13EABA01-2CFE-489F-9ADE-5A1A745CD955}"/>
              </a:ext>
            </a:extLst>
          </p:cNvPr>
          <p:cNvSpPr/>
          <p:nvPr/>
        </p:nvSpPr>
        <p:spPr>
          <a:xfrm>
            <a:off x="918662" y="59967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0x0950</a:t>
            </a:r>
            <a:endParaRPr lang="en-US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1719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Rt * GRU8 - 0x03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8711540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8716749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GRU7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06534" y="12033686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117851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24">
            <a:extLst>
              <a:ext uri="{FF2B5EF4-FFF2-40B4-BE49-F238E27FC236}">
                <a16:creationId xmlns:a16="http://schemas.microsoft.com/office/drawing/2014/main" id="{886C7156-25A9-47F9-B6B9-62FAAA31BB15}"/>
              </a:ext>
            </a:extLst>
          </p:cNvPr>
          <p:cNvSpPr/>
          <p:nvPr/>
        </p:nvSpPr>
        <p:spPr>
          <a:xfrm>
            <a:off x="10682280" y="2706120"/>
            <a:ext cx="12159720" cy="552544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GRU9 = rt * GRU8 = 128 * 4 / 1024 = 0.5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4" name="Group 15">
            <a:extLst>
              <a:ext uri="{FF2B5EF4-FFF2-40B4-BE49-F238E27FC236}">
                <a16:creationId xmlns:a16="http://schemas.microsoft.com/office/drawing/2014/main" id="{97C37084-02CD-4ACD-9B00-2EBA0AA68029}"/>
              </a:ext>
            </a:extLst>
          </p:cNvPr>
          <p:cNvGrpSpPr/>
          <p:nvPr/>
        </p:nvGrpSpPr>
        <p:grpSpPr>
          <a:xfrm>
            <a:off x="6524100" y="8843533"/>
            <a:ext cx="2960807" cy="470750"/>
            <a:chOff x="3652920" y="3623040"/>
            <a:chExt cx="1643040" cy="304200"/>
          </a:xfrm>
        </p:grpSpPr>
        <p:sp>
          <p:nvSpPr>
            <p:cNvPr id="75" name="CustomShape 16">
              <a:extLst>
                <a:ext uri="{FF2B5EF4-FFF2-40B4-BE49-F238E27FC236}">
                  <a16:creationId xmlns:a16="http://schemas.microsoft.com/office/drawing/2014/main" id="{2E61DAF7-AD02-4482-AE24-53EE83686DEA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0" name="CustomShape 17">
              <a:extLst>
                <a:ext uri="{FF2B5EF4-FFF2-40B4-BE49-F238E27FC236}">
                  <a16:creationId xmlns:a16="http://schemas.microsoft.com/office/drawing/2014/main" id="{79C514BB-B01C-4CE0-9F98-B35A72D44E5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Win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91" name="Group 12">
            <a:extLst>
              <a:ext uri="{FF2B5EF4-FFF2-40B4-BE49-F238E27FC236}">
                <a16:creationId xmlns:a16="http://schemas.microsoft.com/office/drawing/2014/main" id="{92A03D06-357E-4CBB-B8ED-66B1890AFA0E}"/>
              </a:ext>
            </a:extLst>
          </p:cNvPr>
          <p:cNvGrpSpPr/>
          <p:nvPr/>
        </p:nvGrpSpPr>
        <p:grpSpPr>
          <a:xfrm>
            <a:off x="6517255" y="9309210"/>
            <a:ext cx="2960100" cy="315265"/>
            <a:chOff x="6494040" y="3629520"/>
            <a:chExt cx="1643040" cy="4589640"/>
          </a:xfrm>
        </p:grpSpPr>
        <p:sp>
          <p:nvSpPr>
            <p:cNvPr id="92" name="CustomShape 13">
              <a:extLst>
                <a:ext uri="{FF2B5EF4-FFF2-40B4-BE49-F238E27FC236}">
                  <a16:creationId xmlns:a16="http://schemas.microsoft.com/office/drawing/2014/main" id="{C132927F-525C-4087-A907-A636CBAF840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3" name="CustomShape 14">
              <a:extLst>
                <a:ext uri="{FF2B5EF4-FFF2-40B4-BE49-F238E27FC236}">
                  <a16:creationId xmlns:a16="http://schemas.microsoft.com/office/drawing/2014/main" id="{6D93B4C5-27DE-4937-B975-B9B1131463E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Bin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4" name="CustomShape 10">
            <a:extLst>
              <a:ext uri="{FF2B5EF4-FFF2-40B4-BE49-F238E27FC236}">
                <a16:creationId xmlns:a16="http://schemas.microsoft.com/office/drawing/2014/main" id="{6244946C-4AB3-4015-9272-F81DA3CB0235}"/>
              </a:ext>
            </a:extLst>
          </p:cNvPr>
          <p:cNvSpPr/>
          <p:nvPr/>
        </p:nvSpPr>
        <p:spPr>
          <a:xfrm>
            <a:off x="5533854" y="87188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0x18700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5" name="CustomShape 10">
            <a:extLst>
              <a:ext uri="{FF2B5EF4-FFF2-40B4-BE49-F238E27FC236}">
                <a16:creationId xmlns:a16="http://schemas.microsoft.com/office/drawing/2014/main" id="{5900033C-BB78-4F0C-8431-C34EB6167DF5}"/>
              </a:ext>
            </a:extLst>
          </p:cNvPr>
          <p:cNvSpPr/>
          <p:nvPr/>
        </p:nvSpPr>
        <p:spPr>
          <a:xfrm>
            <a:off x="5543962" y="91275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6" name="CustomShape 10">
            <a:extLst>
              <a:ext uri="{FF2B5EF4-FFF2-40B4-BE49-F238E27FC236}">
                <a16:creationId xmlns:a16="http://schemas.microsoft.com/office/drawing/2014/main" id="{291CB2B3-5142-42A4-974E-F97DF4217CB5}"/>
              </a:ext>
            </a:extLst>
          </p:cNvPr>
          <p:cNvSpPr/>
          <p:nvPr/>
        </p:nvSpPr>
        <p:spPr>
          <a:xfrm>
            <a:off x="5554400" y="94897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3" name="Group 12">
            <a:extLst>
              <a:ext uri="{FF2B5EF4-FFF2-40B4-BE49-F238E27FC236}">
                <a16:creationId xmlns:a16="http://schemas.microsoft.com/office/drawing/2014/main" id="{FBB2B129-95A7-4901-A582-D51649766953}"/>
              </a:ext>
            </a:extLst>
          </p:cNvPr>
          <p:cNvGrpSpPr/>
          <p:nvPr/>
        </p:nvGrpSpPr>
        <p:grpSpPr>
          <a:xfrm>
            <a:off x="1922702" y="5524297"/>
            <a:ext cx="2960100" cy="293173"/>
            <a:chOff x="6494040" y="3629520"/>
            <a:chExt cx="1643040" cy="4589640"/>
          </a:xfrm>
        </p:grpSpPr>
        <p:sp>
          <p:nvSpPr>
            <p:cNvPr id="104" name="CustomShape 13">
              <a:extLst>
                <a:ext uri="{FF2B5EF4-FFF2-40B4-BE49-F238E27FC236}">
                  <a16:creationId xmlns:a16="http://schemas.microsoft.com/office/drawing/2014/main" id="{BD6F93B9-78F6-43FA-841F-2C5ACD630BE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5" name="CustomShape 14">
              <a:extLst>
                <a:ext uri="{FF2B5EF4-FFF2-40B4-BE49-F238E27FC236}">
                  <a16:creationId xmlns:a16="http://schemas.microsoft.com/office/drawing/2014/main" id="{6BCB5C36-3691-4E15-BF19-002021D9C63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06" name="Group 15">
            <a:extLst>
              <a:ext uri="{FF2B5EF4-FFF2-40B4-BE49-F238E27FC236}">
                <a16:creationId xmlns:a16="http://schemas.microsoft.com/office/drawing/2014/main" id="{35F20925-5B6E-4719-A2E5-22C6819E57B3}"/>
              </a:ext>
            </a:extLst>
          </p:cNvPr>
          <p:cNvGrpSpPr/>
          <p:nvPr/>
        </p:nvGrpSpPr>
        <p:grpSpPr>
          <a:xfrm>
            <a:off x="1907241" y="5802035"/>
            <a:ext cx="2960807" cy="293400"/>
            <a:chOff x="3652920" y="3623040"/>
            <a:chExt cx="1643040" cy="304200"/>
          </a:xfrm>
        </p:grpSpPr>
        <p:sp>
          <p:nvSpPr>
            <p:cNvPr id="107" name="CustomShape 16">
              <a:extLst>
                <a:ext uri="{FF2B5EF4-FFF2-40B4-BE49-F238E27FC236}">
                  <a16:creationId xmlns:a16="http://schemas.microsoft.com/office/drawing/2014/main" id="{CBE1D201-E4BE-4609-8678-AF62D8B58A2F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8" name="CustomShape 17">
              <a:extLst>
                <a:ext uri="{FF2B5EF4-FFF2-40B4-BE49-F238E27FC236}">
                  <a16:creationId xmlns:a16="http://schemas.microsoft.com/office/drawing/2014/main" id="{3CC67D31-9DC0-4C18-8B0C-F7D4CBB3D071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Zt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6" name="Group 15">
            <a:extLst>
              <a:ext uri="{FF2B5EF4-FFF2-40B4-BE49-F238E27FC236}">
                <a16:creationId xmlns:a16="http://schemas.microsoft.com/office/drawing/2014/main" id="{A1C3F45D-D694-4C94-81ED-7BEE68C72BD2}"/>
              </a:ext>
            </a:extLst>
          </p:cNvPr>
          <p:cNvGrpSpPr/>
          <p:nvPr/>
        </p:nvGrpSpPr>
        <p:grpSpPr>
          <a:xfrm>
            <a:off x="6516548" y="9640140"/>
            <a:ext cx="2960807" cy="1354079"/>
            <a:chOff x="3652920" y="3623040"/>
            <a:chExt cx="1643040" cy="304200"/>
          </a:xfrm>
        </p:grpSpPr>
        <p:sp>
          <p:nvSpPr>
            <p:cNvPr id="85" name="CustomShape 16">
              <a:extLst>
                <a:ext uri="{FF2B5EF4-FFF2-40B4-BE49-F238E27FC236}">
                  <a16:creationId xmlns:a16="http://schemas.microsoft.com/office/drawing/2014/main" id="{110440EA-3E98-4F84-B2A4-F4AEB37742D3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6" name="CustomShape 17">
              <a:extLst>
                <a:ext uri="{FF2B5EF4-FFF2-40B4-BE49-F238E27FC236}">
                  <a16:creationId xmlns:a16="http://schemas.microsoft.com/office/drawing/2014/main" id="{D6A126D4-465B-4938-BFEC-02B7862A530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7" name="Group 12">
            <a:extLst>
              <a:ext uri="{FF2B5EF4-FFF2-40B4-BE49-F238E27FC236}">
                <a16:creationId xmlns:a16="http://schemas.microsoft.com/office/drawing/2014/main" id="{A070F152-BDDE-489F-B5C6-2DDA9173B62D}"/>
              </a:ext>
            </a:extLst>
          </p:cNvPr>
          <p:cNvGrpSpPr/>
          <p:nvPr/>
        </p:nvGrpSpPr>
        <p:grpSpPr>
          <a:xfrm>
            <a:off x="6531855" y="11002938"/>
            <a:ext cx="2960100" cy="315265"/>
            <a:chOff x="6494040" y="3629520"/>
            <a:chExt cx="1643040" cy="4589640"/>
          </a:xfrm>
        </p:grpSpPr>
        <p:sp>
          <p:nvSpPr>
            <p:cNvPr id="88" name="CustomShape 13">
              <a:extLst>
                <a:ext uri="{FF2B5EF4-FFF2-40B4-BE49-F238E27FC236}">
                  <a16:creationId xmlns:a16="http://schemas.microsoft.com/office/drawing/2014/main" id="{0B1FD009-E81F-4967-836E-453824A76F7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9" name="CustomShape 14">
              <a:extLst>
                <a:ext uri="{FF2B5EF4-FFF2-40B4-BE49-F238E27FC236}">
                  <a16:creationId xmlns:a16="http://schemas.microsoft.com/office/drawing/2014/main" id="{5498652C-65DA-41B1-81CE-5AD24FEB23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7" name="CustomShape 10">
            <a:extLst>
              <a:ext uri="{FF2B5EF4-FFF2-40B4-BE49-F238E27FC236}">
                <a16:creationId xmlns:a16="http://schemas.microsoft.com/office/drawing/2014/main" id="{8ABBCA57-41CB-4E7A-A2FB-172C91365691}"/>
              </a:ext>
            </a:extLst>
          </p:cNvPr>
          <p:cNvSpPr/>
          <p:nvPr/>
        </p:nvSpPr>
        <p:spPr>
          <a:xfrm>
            <a:off x="5543962" y="107846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0x1C980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8" name="CustomShape 10">
            <a:extLst>
              <a:ext uri="{FF2B5EF4-FFF2-40B4-BE49-F238E27FC236}">
                <a16:creationId xmlns:a16="http://schemas.microsoft.com/office/drawing/2014/main" id="{9A416310-9C92-4AC4-B4CD-904A51BC9AF0}"/>
              </a:ext>
            </a:extLst>
          </p:cNvPr>
          <p:cNvSpPr/>
          <p:nvPr/>
        </p:nvSpPr>
        <p:spPr>
          <a:xfrm>
            <a:off x="5569233" y="1114620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0x1CA00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99" name="Group 12">
            <a:extLst>
              <a:ext uri="{FF2B5EF4-FFF2-40B4-BE49-F238E27FC236}">
                <a16:creationId xmlns:a16="http://schemas.microsoft.com/office/drawing/2014/main" id="{91A2A7B0-E753-4125-A6BE-5AB6B013370B}"/>
              </a:ext>
            </a:extLst>
          </p:cNvPr>
          <p:cNvGrpSpPr/>
          <p:nvPr/>
        </p:nvGrpSpPr>
        <p:grpSpPr>
          <a:xfrm>
            <a:off x="1914795" y="6093530"/>
            <a:ext cx="2960100" cy="293173"/>
            <a:chOff x="6494040" y="3629520"/>
            <a:chExt cx="1643040" cy="4589640"/>
          </a:xfrm>
        </p:grpSpPr>
        <p:sp>
          <p:nvSpPr>
            <p:cNvPr id="100" name="CustomShape 13">
              <a:extLst>
                <a:ext uri="{FF2B5EF4-FFF2-40B4-BE49-F238E27FC236}">
                  <a16:creationId xmlns:a16="http://schemas.microsoft.com/office/drawing/2014/main" id="{A18AE06F-AC09-45D3-A498-69360548924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1" name="CustomShape 14">
              <a:extLst>
                <a:ext uri="{FF2B5EF4-FFF2-40B4-BE49-F238E27FC236}">
                  <a16:creationId xmlns:a16="http://schemas.microsoft.com/office/drawing/2014/main" id="{A22B714A-2A09-4E6B-BEB3-58E4C6A04A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GRU8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09" name="CustomShape 10">
            <a:extLst>
              <a:ext uri="{FF2B5EF4-FFF2-40B4-BE49-F238E27FC236}">
                <a16:creationId xmlns:a16="http://schemas.microsoft.com/office/drawing/2014/main" id="{AEA83E81-C281-4F14-8A61-45CB74706FF4}"/>
              </a:ext>
            </a:extLst>
          </p:cNvPr>
          <p:cNvSpPr/>
          <p:nvPr/>
        </p:nvSpPr>
        <p:spPr>
          <a:xfrm>
            <a:off x="918662" y="59967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0x0950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10" name="Group 12">
            <a:extLst>
              <a:ext uri="{FF2B5EF4-FFF2-40B4-BE49-F238E27FC236}">
                <a16:creationId xmlns:a16="http://schemas.microsoft.com/office/drawing/2014/main" id="{13DFC6EF-1F92-43CC-8742-65A16760C9E9}"/>
              </a:ext>
            </a:extLst>
          </p:cNvPr>
          <p:cNvGrpSpPr/>
          <p:nvPr/>
        </p:nvGrpSpPr>
        <p:grpSpPr>
          <a:xfrm>
            <a:off x="1914795" y="4488079"/>
            <a:ext cx="2960100" cy="385200"/>
            <a:chOff x="6494040" y="3629520"/>
            <a:chExt cx="1643040" cy="4589640"/>
          </a:xfrm>
        </p:grpSpPr>
        <p:sp>
          <p:nvSpPr>
            <p:cNvPr id="111" name="CustomShape 13">
              <a:extLst>
                <a:ext uri="{FF2B5EF4-FFF2-40B4-BE49-F238E27FC236}">
                  <a16:creationId xmlns:a16="http://schemas.microsoft.com/office/drawing/2014/main" id="{19A24885-1500-4302-BF2A-C47F0EBC63C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2" name="CustomShape 14">
              <a:extLst>
                <a:ext uri="{FF2B5EF4-FFF2-40B4-BE49-F238E27FC236}">
                  <a16:creationId xmlns:a16="http://schemas.microsoft.com/office/drawing/2014/main" id="{A6E645EC-B748-42F3-95FF-DA5CFA573419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GRU9 = 0.5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859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Tanh(GRU7 + GRU9)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8711540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8716749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GRU7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06534" y="12033686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117851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24">
            <a:extLst>
              <a:ext uri="{FF2B5EF4-FFF2-40B4-BE49-F238E27FC236}">
                <a16:creationId xmlns:a16="http://schemas.microsoft.com/office/drawing/2014/main" id="{886C7156-25A9-47F9-B6B9-62FAAA31BB15}"/>
              </a:ext>
            </a:extLst>
          </p:cNvPr>
          <p:cNvSpPr/>
          <p:nvPr/>
        </p:nvSpPr>
        <p:spPr>
          <a:xfrm>
            <a:off x="10682280" y="2706120"/>
            <a:ext cx="12159720" cy="552544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 err="1">
                <a:solidFill>
                  <a:srgbClr val="000000"/>
                </a:solidFill>
                <a:latin typeface="等线"/>
                <a:ea typeface="等线"/>
              </a:rPr>
              <a:t>Nt</a:t>
            </a: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 = 128 / 1024 = 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4" name="Group 15">
            <a:extLst>
              <a:ext uri="{FF2B5EF4-FFF2-40B4-BE49-F238E27FC236}">
                <a16:creationId xmlns:a16="http://schemas.microsoft.com/office/drawing/2014/main" id="{97C37084-02CD-4ACD-9B00-2EBA0AA68029}"/>
              </a:ext>
            </a:extLst>
          </p:cNvPr>
          <p:cNvGrpSpPr/>
          <p:nvPr/>
        </p:nvGrpSpPr>
        <p:grpSpPr>
          <a:xfrm>
            <a:off x="6524100" y="8843533"/>
            <a:ext cx="2960807" cy="470750"/>
            <a:chOff x="3652920" y="3623040"/>
            <a:chExt cx="1643040" cy="304200"/>
          </a:xfrm>
        </p:grpSpPr>
        <p:sp>
          <p:nvSpPr>
            <p:cNvPr id="75" name="CustomShape 16">
              <a:extLst>
                <a:ext uri="{FF2B5EF4-FFF2-40B4-BE49-F238E27FC236}">
                  <a16:creationId xmlns:a16="http://schemas.microsoft.com/office/drawing/2014/main" id="{2E61DAF7-AD02-4482-AE24-53EE83686DEA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0" name="CustomShape 17">
              <a:extLst>
                <a:ext uri="{FF2B5EF4-FFF2-40B4-BE49-F238E27FC236}">
                  <a16:creationId xmlns:a16="http://schemas.microsoft.com/office/drawing/2014/main" id="{79C514BB-B01C-4CE0-9F98-B35A72D44E5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Win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91" name="Group 12">
            <a:extLst>
              <a:ext uri="{FF2B5EF4-FFF2-40B4-BE49-F238E27FC236}">
                <a16:creationId xmlns:a16="http://schemas.microsoft.com/office/drawing/2014/main" id="{92A03D06-357E-4CBB-B8ED-66B1890AFA0E}"/>
              </a:ext>
            </a:extLst>
          </p:cNvPr>
          <p:cNvGrpSpPr/>
          <p:nvPr/>
        </p:nvGrpSpPr>
        <p:grpSpPr>
          <a:xfrm>
            <a:off x="6517255" y="9309210"/>
            <a:ext cx="2960100" cy="315265"/>
            <a:chOff x="6494040" y="3629520"/>
            <a:chExt cx="1643040" cy="4589640"/>
          </a:xfrm>
        </p:grpSpPr>
        <p:sp>
          <p:nvSpPr>
            <p:cNvPr id="92" name="CustomShape 13">
              <a:extLst>
                <a:ext uri="{FF2B5EF4-FFF2-40B4-BE49-F238E27FC236}">
                  <a16:creationId xmlns:a16="http://schemas.microsoft.com/office/drawing/2014/main" id="{C132927F-525C-4087-A907-A636CBAF840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3" name="CustomShape 14">
              <a:extLst>
                <a:ext uri="{FF2B5EF4-FFF2-40B4-BE49-F238E27FC236}">
                  <a16:creationId xmlns:a16="http://schemas.microsoft.com/office/drawing/2014/main" id="{6D93B4C5-27DE-4937-B975-B9B1131463E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Bin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4" name="CustomShape 10">
            <a:extLst>
              <a:ext uri="{FF2B5EF4-FFF2-40B4-BE49-F238E27FC236}">
                <a16:creationId xmlns:a16="http://schemas.microsoft.com/office/drawing/2014/main" id="{6244946C-4AB3-4015-9272-F81DA3CB0235}"/>
              </a:ext>
            </a:extLst>
          </p:cNvPr>
          <p:cNvSpPr/>
          <p:nvPr/>
        </p:nvSpPr>
        <p:spPr>
          <a:xfrm>
            <a:off x="5533854" y="87188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0x18700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5" name="CustomShape 10">
            <a:extLst>
              <a:ext uri="{FF2B5EF4-FFF2-40B4-BE49-F238E27FC236}">
                <a16:creationId xmlns:a16="http://schemas.microsoft.com/office/drawing/2014/main" id="{5900033C-BB78-4F0C-8431-C34EB6167DF5}"/>
              </a:ext>
            </a:extLst>
          </p:cNvPr>
          <p:cNvSpPr/>
          <p:nvPr/>
        </p:nvSpPr>
        <p:spPr>
          <a:xfrm>
            <a:off x="5543962" y="91275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6" name="CustomShape 10">
            <a:extLst>
              <a:ext uri="{FF2B5EF4-FFF2-40B4-BE49-F238E27FC236}">
                <a16:creationId xmlns:a16="http://schemas.microsoft.com/office/drawing/2014/main" id="{291CB2B3-5142-42A4-974E-F97DF4217CB5}"/>
              </a:ext>
            </a:extLst>
          </p:cNvPr>
          <p:cNvSpPr/>
          <p:nvPr/>
        </p:nvSpPr>
        <p:spPr>
          <a:xfrm>
            <a:off x="5554400" y="94897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6" name="Group 15">
            <a:extLst>
              <a:ext uri="{FF2B5EF4-FFF2-40B4-BE49-F238E27FC236}">
                <a16:creationId xmlns:a16="http://schemas.microsoft.com/office/drawing/2014/main" id="{35F20925-5B6E-4719-A2E5-22C6819E57B3}"/>
              </a:ext>
            </a:extLst>
          </p:cNvPr>
          <p:cNvGrpSpPr/>
          <p:nvPr/>
        </p:nvGrpSpPr>
        <p:grpSpPr>
          <a:xfrm>
            <a:off x="1907241" y="5802035"/>
            <a:ext cx="2960807" cy="293400"/>
            <a:chOff x="3652920" y="3623040"/>
            <a:chExt cx="1643040" cy="304200"/>
          </a:xfrm>
        </p:grpSpPr>
        <p:sp>
          <p:nvSpPr>
            <p:cNvPr id="107" name="CustomShape 16">
              <a:extLst>
                <a:ext uri="{FF2B5EF4-FFF2-40B4-BE49-F238E27FC236}">
                  <a16:creationId xmlns:a16="http://schemas.microsoft.com/office/drawing/2014/main" id="{CBE1D201-E4BE-4609-8678-AF62D8B58A2F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8" name="CustomShape 17">
              <a:extLst>
                <a:ext uri="{FF2B5EF4-FFF2-40B4-BE49-F238E27FC236}">
                  <a16:creationId xmlns:a16="http://schemas.microsoft.com/office/drawing/2014/main" id="{3CC67D31-9DC0-4C18-8B0C-F7D4CBB3D071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Zt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6" name="Group 15">
            <a:extLst>
              <a:ext uri="{FF2B5EF4-FFF2-40B4-BE49-F238E27FC236}">
                <a16:creationId xmlns:a16="http://schemas.microsoft.com/office/drawing/2014/main" id="{A1C3F45D-D694-4C94-81ED-7BEE68C72BD2}"/>
              </a:ext>
            </a:extLst>
          </p:cNvPr>
          <p:cNvGrpSpPr/>
          <p:nvPr/>
        </p:nvGrpSpPr>
        <p:grpSpPr>
          <a:xfrm>
            <a:off x="6516548" y="9640140"/>
            <a:ext cx="2960807" cy="1354079"/>
            <a:chOff x="3652920" y="3623040"/>
            <a:chExt cx="1643040" cy="304200"/>
          </a:xfrm>
        </p:grpSpPr>
        <p:sp>
          <p:nvSpPr>
            <p:cNvPr id="85" name="CustomShape 16">
              <a:extLst>
                <a:ext uri="{FF2B5EF4-FFF2-40B4-BE49-F238E27FC236}">
                  <a16:creationId xmlns:a16="http://schemas.microsoft.com/office/drawing/2014/main" id="{110440EA-3E98-4F84-B2A4-F4AEB37742D3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6" name="CustomShape 17">
              <a:extLst>
                <a:ext uri="{FF2B5EF4-FFF2-40B4-BE49-F238E27FC236}">
                  <a16:creationId xmlns:a16="http://schemas.microsoft.com/office/drawing/2014/main" id="{D6A126D4-465B-4938-BFEC-02B7862A530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7" name="Group 12">
            <a:extLst>
              <a:ext uri="{FF2B5EF4-FFF2-40B4-BE49-F238E27FC236}">
                <a16:creationId xmlns:a16="http://schemas.microsoft.com/office/drawing/2014/main" id="{A070F152-BDDE-489F-B5C6-2DDA9173B62D}"/>
              </a:ext>
            </a:extLst>
          </p:cNvPr>
          <p:cNvGrpSpPr/>
          <p:nvPr/>
        </p:nvGrpSpPr>
        <p:grpSpPr>
          <a:xfrm>
            <a:off x="6531855" y="11002938"/>
            <a:ext cx="2960100" cy="315265"/>
            <a:chOff x="6494040" y="3629520"/>
            <a:chExt cx="1643040" cy="4589640"/>
          </a:xfrm>
        </p:grpSpPr>
        <p:sp>
          <p:nvSpPr>
            <p:cNvPr id="88" name="CustomShape 13">
              <a:extLst>
                <a:ext uri="{FF2B5EF4-FFF2-40B4-BE49-F238E27FC236}">
                  <a16:creationId xmlns:a16="http://schemas.microsoft.com/office/drawing/2014/main" id="{0B1FD009-E81F-4967-836E-453824A76F7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9" name="CustomShape 14">
              <a:extLst>
                <a:ext uri="{FF2B5EF4-FFF2-40B4-BE49-F238E27FC236}">
                  <a16:creationId xmlns:a16="http://schemas.microsoft.com/office/drawing/2014/main" id="{5498652C-65DA-41B1-81CE-5AD24FEB23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7" name="CustomShape 10">
            <a:extLst>
              <a:ext uri="{FF2B5EF4-FFF2-40B4-BE49-F238E27FC236}">
                <a16:creationId xmlns:a16="http://schemas.microsoft.com/office/drawing/2014/main" id="{8ABBCA57-41CB-4E7A-A2FB-172C91365691}"/>
              </a:ext>
            </a:extLst>
          </p:cNvPr>
          <p:cNvSpPr/>
          <p:nvPr/>
        </p:nvSpPr>
        <p:spPr>
          <a:xfrm>
            <a:off x="5543962" y="107846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0x1C980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8" name="CustomShape 10">
            <a:extLst>
              <a:ext uri="{FF2B5EF4-FFF2-40B4-BE49-F238E27FC236}">
                <a16:creationId xmlns:a16="http://schemas.microsoft.com/office/drawing/2014/main" id="{9A416310-9C92-4AC4-B4CD-904A51BC9AF0}"/>
              </a:ext>
            </a:extLst>
          </p:cNvPr>
          <p:cNvSpPr/>
          <p:nvPr/>
        </p:nvSpPr>
        <p:spPr>
          <a:xfrm>
            <a:off x="5569233" y="1114620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0x1CA00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99" name="Group 12">
            <a:extLst>
              <a:ext uri="{FF2B5EF4-FFF2-40B4-BE49-F238E27FC236}">
                <a16:creationId xmlns:a16="http://schemas.microsoft.com/office/drawing/2014/main" id="{91A2A7B0-E753-4125-A6BE-5AB6B013370B}"/>
              </a:ext>
            </a:extLst>
          </p:cNvPr>
          <p:cNvGrpSpPr/>
          <p:nvPr/>
        </p:nvGrpSpPr>
        <p:grpSpPr>
          <a:xfrm>
            <a:off x="1914795" y="5499906"/>
            <a:ext cx="2960100" cy="293173"/>
            <a:chOff x="6494040" y="3629520"/>
            <a:chExt cx="1643040" cy="4589640"/>
          </a:xfrm>
        </p:grpSpPr>
        <p:sp>
          <p:nvSpPr>
            <p:cNvPr id="100" name="CustomShape 13">
              <a:extLst>
                <a:ext uri="{FF2B5EF4-FFF2-40B4-BE49-F238E27FC236}">
                  <a16:creationId xmlns:a16="http://schemas.microsoft.com/office/drawing/2014/main" id="{A18AE06F-AC09-45D3-A498-69360548924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1" name="CustomShape 14">
              <a:extLst>
                <a:ext uri="{FF2B5EF4-FFF2-40B4-BE49-F238E27FC236}">
                  <a16:creationId xmlns:a16="http://schemas.microsoft.com/office/drawing/2014/main" id="{A22B714A-2A09-4E6B-BEB3-58E4C6A04A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Nt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09" name="CustomShape 10">
            <a:extLst>
              <a:ext uri="{FF2B5EF4-FFF2-40B4-BE49-F238E27FC236}">
                <a16:creationId xmlns:a16="http://schemas.microsoft.com/office/drawing/2014/main" id="{AEA83E81-C281-4F14-8A61-45CB74706FF4}"/>
              </a:ext>
            </a:extLst>
          </p:cNvPr>
          <p:cNvSpPr/>
          <p:nvPr/>
        </p:nvSpPr>
        <p:spPr>
          <a:xfrm>
            <a:off x="918662" y="59967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0x0950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10" name="Group 12">
            <a:extLst>
              <a:ext uri="{FF2B5EF4-FFF2-40B4-BE49-F238E27FC236}">
                <a16:creationId xmlns:a16="http://schemas.microsoft.com/office/drawing/2014/main" id="{13DFC6EF-1F92-43CC-8742-65A16760C9E9}"/>
              </a:ext>
            </a:extLst>
          </p:cNvPr>
          <p:cNvGrpSpPr/>
          <p:nvPr/>
        </p:nvGrpSpPr>
        <p:grpSpPr>
          <a:xfrm>
            <a:off x="1914795" y="4488078"/>
            <a:ext cx="2960100" cy="546669"/>
            <a:chOff x="6494040" y="3629520"/>
            <a:chExt cx="1643040" cy="4589640"/>
          </a:xfrm>
        </p:grpSpPr>
        <p:sp>
          <p:nvSpPr>
            <p:cNvPr id="111" name="CustomShape 13">
              <a:extLst>
                <a:ext uri="{FF2B5EF4-FFF2-40B4-BE49-F238E27FC236}">
                  <a16:creationId xmlns:a16="http://schemas.microsoft.com/office/drawing/2014/main" id="{19A24885-1500-4302-BF2A-C47F0EBC63C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2" name="CustomShape 14">
              <a:extLst>
                <a:ext uri="{FF2B5EF4-FFF2-40B4-BE49-F238E27FC236}">
                  <a16:creationId xmlns:a16="http://schemas.microsoft.com/office/drawing/2014/main" id="{A6E645EC-B748-42F3-95FF-DA5CFA573419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GRU9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02" name="Group 15">
            <a:extLst>
              <a:ext uri="{FF2B5EF4-FFF2-40B4-BE49-F238E27FC236}">
                <a16:creationId xmlns:a16="http://schemas.microsoft.com/office/drawing/2014/main" id="{757CC206-A608-4059-9FAE-07A83140DB11}"/>
              </a:ext>
            </a:extLst>
          </p:cNvPr>
          <p:cNvGrpSpPr/>
          <p:nvPr/>
        </p:nvGrpSpPr>
        <p:grpSpPr>
          <a:xfrm>
            <a:off x="1906534" y="5044147"/>
            <a:ext cx="2960807" cy="470750"/>
            <a:chOff x="3652920" y="3623040"/>
            <a:chExt cx="1643040" cy="304200"/>
          </a:xfrm>
        </p:grpSpPr>
        <p:sp>
          <p:nvSpPr>
            <p:cNvPr id="113" name="CustomShape 16">
              <a:extLst>
                <a:ext uri="{FF2B5EF4-FFF2-40B4-BE49-F238E27FC236}">
                  <a16:creationId xmlns:a16="http://schemas.microsoft.com/office/drawing/2014/main" id="{C3C4534A-A015-4028-B782-28B8BA39F62F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4" name="CustomShape 17">
              <a:extLst>
                <a:ext uri="{FF2B5EF4-FFF2-40B4-BE49-F238E27FC236}">
                  <a16:creationId xmlns:a16="http://schemas.microsoft.com/office/drawing/2014/main" id="{CF378D22-FAC9-490E-AC66-C5E40D4F37DC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Buffer = 0.5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3150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Cut(1 – z</a:t>
            </a:r>
            <a:r>
              <a:rPr lang="en-US" altLang="zh-CN" sz="7480" b="1" spc="-151">
                <a:solidFill>
                  <a:srgbClr val="000000"/>
                </a:solidFill>
                <a:latin typeface="Helvetica Neue"/>
              </a:rPr>
              <a:t>t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) - 0x83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8711540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8716749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06534" y="12033686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117851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24">
            <a:extLst>
              <a:ext uri="{FF2B5EF4-FFF2-40B4-BE49-F238E27FC236}">
                <a16:creationId xmlns:a16="http://schemas.microsoft.com/office/drawing/2014/main" id="{886C7156-25A9-47F9-B6B9-62FAAA31BB15}"/>
              </a:ext>
            </a:extLst>
          </p:cNvPr>
          <p:cNvSpPr/>
          <p:nvPr/>
        </p:nvSpPr>
        <p:spPr>
          <a:xfrm>
            <a:off x="10682280" y="2706120"/>
            <a:ext cx="12159720" cy="552544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GRU11 = 128 / 1024 = 0.125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4" name="Group 15">
            <a:extLst>
              <a:ext uri="{FF2B5EF4-FFF2-40B4-BE49-F238E27FC236}">
                <a16:creationId xmlns:a16="http://schemas.microsoft.com/office/drawing/2014/main" id="{97C37084-02CD-4ACD-9B00-2EBA0AA68029}"/>
              </a:ext>
            </a:extLst>
          </p:cNvPr>
          <p:cNvGrpSpPr/>
          <p:nvPr/>
        </p:nvGrpSpPr>
        <p:grpSpPr>
          <a:xfrm>
            <a:off x="6524100" y="8843533"/>
            <a:ext cx="2960807" cy="470750"/>
            <a:chOff x="3652920" y="3623040"/>
            <a:chExt cx="1643040" cy="304200"/>
          </a:xfrm>
        </p:grpSpPr>
        <p:sp>
          <p:nvSpPr>
            <p:cNvPr id="75" name="CustomShape 16">
              <a:extLst>
                <a:ext uri="{FF2B5EF4-FFF2-40B4-BE49-F238E27FC236}">
                  <a16:creationId xmlns:a16="http://schemas.microsoft.com/office/drawing/2014/main" id="{2E61DAF7-AD02-4482-AE24-53EE83686DEA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0" name="CustomShape 17">
              <a:extLst>
                <a:ext uri="{FF2B5EF4-FFF2-40B4-BE49-F238E27FC236}">
                  <a16:creationId xmlns:a16="http://schemas.microsoft.com/office/drawing/2014/main" id="{79C514BB-B01C-4CE0-9F98-B35A72D44E5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Win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91" name="Group 12">
            <a:extLst>
              <a:ext uri="{FF2B5EF4-FFF2-40B4-BE49-F238E27FC236}">
                <a16:creationId xmlns:a16="http://schemas.microsoft.com/office/drawing/2014/main" id="{92A03D06-357E-4CBB-B8ED-66B1890AFA0E}"/>
              </a:ext>
            </a:extLst>
          </p:cNvPr>
          <p:cNvGrpSpPr/>
          <p:nvPr/>
        </p:nvGrpSpPr>
        <p:grpSpPr>
          <a:xfrm>
            <a:off x="6517255" y="9309210"/>
            <a:ext cx="2960100" cy="315265"/>
            <a:chOff x="6494040" y="3629520"/>
            <a:chExt cx="1643040" cy="4589640"/>
          </a:xfrm>
        </p:grpSpPr>
        <p:sp>
          <p:nvSpPr>
            <p:cNvPr id="92" name="CustomShape 13">
              <a:extLst>
                <a:ext uri="{FF2B5EF4-FFF2-40B4-BE49-F238E27FC236}">
                  <a16:creationId xmlns:a16="http://schemas.microsoft.com/office/drawing/2014/main" id="{C132927F-525C-4087-A907-A636CBAF840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3" name="CustomShape 14">
              <a:extLst>
                <a:ext uri="{FF2B5EF4-FFF2-40B4-BE49-F238E27FC236}">
                  <a16:creationId xmlns:a16="http://schemas.microsoft.com/office/drawing/2014/main" id="{6D93B4C5-27DE-4937-B975-B9B1131463E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Bin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4" name="CustomShape 10">
            <a:extLst>
              <a:ext uri="{FF2B5EF4-FFF2-40B4-BE49-F238E27FC236}">
                <a16:creationId xmlns:a16="http://schemas.microsoft.com/office/drawing/2014/main" id="{6244946C-4AB3-4015-9272-F81DA3CB0235}"/>
              </a:ext>
            </a:extLst>
          </p:cNvPr>
          <p:cNvSpPr/>
          <p:nvPr/>
        </p:nvSpPr>
        <p:spPr>
          <a:xfrm>
            <a:off x="5533854" y="87188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0x18700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5" name="CustomShape 10">
            <a:extLst>
              <a:ext uri="{FF2B5EF4-FFF2-40B4-BE49-F238E27FC236}">
                <a16:creationId xmlns:a16="http://schemas.microsoft.com/office/drawing/2014/main" id="{5900033C-BB78-4F0C-8431-C34EB6167DF5}"/>
              </a:ext>
            </a:extLst>
          </p:cNvPr>
          <p:cNvSpPr/>
          <p:nvPr/>
        </p:nvSpPr>
        <p:spPr>
          <a:xfrm>
            <a:off x="5543962" y="91275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6" name="CustomShape 10">
            <a:extLst>
              <a:ext uri="{FF2B5EF4-FFF2-40B4-BE49-F238E27FC236}">
                <a16:creationId xmlns:a16="http://schemas.microsoft.com/office/drawing/2014/main" id="{291CB2B3-5142-42A4-974E-F97DF4217CB5}"/>
              </a:ext>
            </a:extLst>
          </p:cNvPr>
          <p:cNvSpPr/>
          <p:nvPr/>
        </p:nvSpPr>
        <p:spPr>
          <a:xfrm>
            <a:off x="5554400" y="94897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6" name="Group 15">
            <a:extLst>
              <a:ext uri="{FF2B5EF4-FFF2-40B4-BE49-F238E27FC236}">
                <a16:creationId xmlns:a16="http://schemas.microsoft.com/office/drawing/2014/main" id="{35F20925-5B6E-4719-A2E5-22C6819E57B3}"/>
              </a:ext>
            </a:extLst>
          </p:cNvPr>
          <p:cNvGrpSpPr/>
          <p:nvPr/>
        </p:nvGrpSpPr>
        <p:grpSpPr>
          <a:xfrm>
            <a:off x="1907241" y="5802035"/>
            <a:ext cx="2960807" cy="293400"/>
            <a:chOff x="3652920" y="3623040"/>
            <a:chExt cx="1643040" cy="304200"/>
          </a:xfrm>
        </p:grpSpPr>
        <p:sp>
          <p:nvSpPr>
            <p:cNvPr id="107" name="CustomShape 16">
              <a:extLst>
                <a:ext uri="{FF2B5EF4-FFF2-40B4-BE49-F238E27FC236}">
                  <a16:creationId xmlns:a16="http://schemas.microsoft.com/office/drawing/2014/main" id="{CBE1D201-E4BE-4609-8678-AF62D8B58A2F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8" name="CustomShape 17">
              <a:extLst>
                <a:ext uri="{FF2B5EF4-FFF2-40B4-BE49-F238E27FC236}">
                  <a16:creationId xmlns:a16="http://schemas.microsoft.com/office/drawing/2014/main" id="{3CC67D31-9DC0-4C18-8B0C-F7D4CBB3D071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Zt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6" name="Group 15">
            <a:extLst>
              <a:ext uri="{FF2B5EF4-FFF2-40B4-BE49-F238E27FC236}">
                <a16:creationId xmlns:a16="http://schemas.microsoft.com/office/drawing/2014/main" id="{A1C3F45D-D694-4C94-81ED-7BEE68C72BD2}"/>
              </a:ext>
            </a:extLst>
          </p:cNvPr>
          <p:cNvGrpSpPr/>
          <p:nvPr/>
        </p:nvGrpSpPr>
        <p:grpSpPr>
          <a:xfrm>
            <a:off x="6516548" y="9640140"/>
            <a:ext cx="2960807" cy="1354079"/>
            <a:chOff x="3652920" y="3623040"/>
            <a:chExt cx="1643040" cy="304200"/>
          </a:xfrm>
        </p:grpSpPr>
        <p:sp>
          <p:nvSpPr>
            <p:cNvPr id="85" name="CustomShape 16">
              <a:extLst>
                <a:ext uri="{FF2B5EF4-FFF2-40B4-BE49-F238E27FC236}">
                  <a16:creationId xmlns:a16="http://schemas.microsoft.com/office/drawing/2014/main" id="{110440EA-3E98-4F84-B2A4-F4AEB37742D3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6" name="CustomShape 17">
              <a:extLst>
                <a:ext uri="{FF2B5EF4-FFF2-40B4-BE49-F238E27FC236}">
                  <a16:creationId xmlns:a16="http://schemas.microsoft.com/office/drawing/2014/main" id="{D6A126D4-465B-4938-BFEC-02B7862A530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7" name="Group 12">
            <a:extLst>
              <a:ext uri="{FF2B5EF4-FFF2-40B4-BE49-F238E27FC236}">
                <a16:creationId xmlns:a16="http://schemas.microsoft.com/office/drawing/2014/main" id="{A070F152-BDDE-489F-B5C6-2DDA9173B62D}"/>
              </a:ext>
            </a:extLst>
          </p:cNvPr>
          <p:cNvGrpSpPr/>
          <p:nvPr/>
        </p:nvGrpSpPr>
        <p:grpSpPr>
          <a:xfrm>
            <a:off x="6531855" y="11002938"/>
            <a:ext cx="2960100" cy="315265"/>
            <a:chOff x="6494040" y="3629520"/>
            <a:chExt cx="1643040" cy="4589640"/>
          </a:xfrm>
        </p:grpSpPr>
        <p:sp>
          <p:nvSpPr>
            <p:cNvPr id="88" name="CustomShape 13">
              <a:extLst>
                <a:ext uri="{FF2B5EF4-FFF2-40B4-BE49-F238E27FC236}">
                  <a16:creationId xmlns:a16="http://schemas.microsoft.com/office/drawing/2014/main" id="{0B1FD009-E81F-4967-836E-453824A76F7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9" name="CustomShape 14">
              <a:extLst>
                <a:ext uri="{FF2B5EF4-FFF2-40B4-BE49-F238E27FC236}">
                  <a16:creationId xmlns:a16="http://schemas.microsoft.com/office/drawing/2014/main" id="{5498652C-65DA-41B1-81CE-5AD24FEB23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7" name="CustomShape 10">
            <a:extLst>
              <a:ext uri="{FF2B5EF4-FFF2-40B4-BE49-F238E27FC236}">
                <a16:creationId xmlns:a16="http://schemas.microsoft.com/office/drawing/2014/main" id="{8ABBCA57-41CB-4E7A-A2FB-172C91365691}"/>
              </a:ext>
            </a:extLst>
          </p:cNvPr>
          <p:cNvSpPr/>
          <p:nvPr/>
        </p:nvSpPr>
        <p:spPr>
          <a:xfrm>
            <a:off x="5543962" y="107846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0x1C980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8" name="CustomShape 10">
            <a:extLst>
              <a:ext uri="{FF2B5EF4-FFF2-40B4-BE49-F238E27FC236}">
                <a16:creationId xmlns:a16="http://schemas.microsoft.com/office/drawing/2014/main" id="{9A416310-9C92-4AC4-B4CD-904A51BC9AF0}"/>
              </a:ext>
            </a:extLst>
          </p:cNvPr>
          <p:cNvSpPr/>
          <p:nvPr/>
        </p:nvSpPr>
        <p:spPr>
          <a:xfrm>
            <a:off x="5569233" y="1114620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0x1CA00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99" name="Group 12">
            <a:extLst>
              <a:ext uri="{FF2B5EF4-FFF2-40B4-BE49-F238E27FC236}">
                <a16:creationId xmlns:a16="http://schemas.microsoft.com/office/drawing/2014/main" id="{91A2A7B0-E753-4125-A6BE-5AB6B013370B}"/>
              </a:ext>
            </a:extLst>
          </p:cNvPr>
          <p:cNvGrpSpPr/>
          <p:nvPr/>
        </p:nvGrpSpPr>
        <p:grpSpPr>
          <a:xfrm>
            <a:off x="1914795" y="5499906"/>
            <a:ext cx="2960100" cy="293173"/>
            <a:chOff x="6494040" y="3629520"/>
            <a:chExt cx="1643040" cy="4589640"/>
          </a:xfrm>
        </p:grpSpPr>
        <p:sp>
          <p:nvSpPr>
            <p:cNvPr id="100" name="CustomShape 13">
              <a:extLst>
                <a:ext uri="{FF2B5EF4-FFF2-40B4-BE49-F238E27FC236}">
                  <a16:creationId xmlns:a16="http://schemas.microsoft.com/office/drawing/2014/main" id="{A18AE06F-AC09-45D3-A498-69360548924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1" name="CustomShape 14">
              <a:extLst>
                <a:ext uri="{FF2B5EF4-FFF2-40B4-BE49-F238E27FC236}">
                  <a16:creationId xmlns:a16="http://schemas.microsoft.com/office/drawing/2014/main" id="{A22B714A-2A09-4E6B-BEB3-58E4C6A04A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Nt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09" name="CustomShape 10">
            <a:extLst>
              <a:ext uri="{FF2B5EF4-FFF2-40B4-BE49-F238E27FC236}">
                <a16:creationId xmlns:a16="http://schemas.microsoft.com/office/drawing/2014/main" id="{AEA83E81-C281-4F14-8A61-45CB74706FF4}"/>
              </a:ext>
            </a:extLst>
          </p:cNvPr>
          <p:cNvSpPr/>
          <p:nvPr/>
        </p:nvSpPr>
        <p:spPr>
          <a:xfrm>
            <a:off x="918662" y="59967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0x0950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3" name="Group 12">
            <a:extLst>
              <a:ext uri="{FF2B5EF4-FFF2-40B4-BE49-F238E27FC236}">
                <a16:creationId xmlns:a16="http://schemas.microsoft.com/office/drawing/2014/main" id="{9D876215-BCA8-46FA-B808-1E754B267D5B}"/>
              </a:ext>
            </a:extLst>
          </p:cNvPr>
          <p:cNvGrpSpPr/>
          <p:nvPr/>
        </p:nvGrpSpPr>
        <p:grpSpPr>
          <a:xfrm>
            <a:off x="1906534" y="6100621"/>
            <a:ext cx="2960100" cy="293173"/>
            <a:chOff x="6494040" y="3629520"/>
            <a:chExt cx="1643040" cy="4589640"/>
          </a:xfrm>
        </p:grpSpPr>
        <p:sp>
          <p:nvSpPr>
            <p:cNvPr id="104" name="CustomShape 13">
              <a:extLst>
                <a:ext uri="{FF2B5EF4-FFF2-40B4-BE49-F238E27FC236}">
                  <a16:creationId xmlns:a16="http://schemas.microsoft.com/office/drawing/2014/main" id="{03E1FE5C-8FCE-4694-9328-FD5B05F51BA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5" name="CustomShape 14">
              <a:extLst>
                <a:ext uri="{FF2B5EF4-FFF2-40B4-BE49-F238E27FC236}">
                  <a16:creationId xmlns:a16="http://schemas.microsoft.com/office/drawing/2014/main" id="{01F9C2A5-574E-450D-BF10-E5CF31570FF9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GRU11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7233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GRU11 * </a:t>
            </a:r>
            <a:r>
              <a:rPr lang="en-US" altLang="zh-CN" sz="7480" b="1" spc="-151" dirty="0" err="1">
                <a:solidFill>
                  <a:srgbClr val="000000"/>
                </a:solidFill>
                <a:latin typeface="Helvetica Neue"/>
              </a:rPr>
              <a:t>nt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 - 0x03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8711540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8716749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GRU12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06534" y="12033686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117851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24">
            <a:extLst>
              <a:ext uri="{FF2B5EF4-FFF2-40B4-BE49-F238E27FC236}">
                <a16:creationId xmlns:a16="http://schemas.microsoft.com/office/drawing/2014/main" id="{886C7156-25A9-47F9-B6B9-62FAAA31BB15}"/>
              </a:ext>
            </a:extLst>
          </p:cNvPr>
          <p:cNvSpPr/>
          <p:nvPr/>
        </p:nvSpPr>
        <p:spPr>
          <a:xfrm>
            <a:off x="10682280" y="2706120"/>
            <a:ext cx="12159720" cy="552544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GRU12 = 128 * 4 / 1024 = 0.5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4" name="Group 15">
            <a:extLst>
              <a:ext uri="{FF2B5EF4-FFF2-40B4-BE49-F238E27FC236}">
                <a16:creationId xmlns:a16="http://schemas.microsoft.com/office/drawing/2014/main" id="{97C37084-02CD-4ACD-9B00-2EBA0AA68029}"/>
              </a:ext>
            </a:extLst>
          </p:cNvPr>
          <p:cNvGrpSpPr/>
          <p:nvPr/>
        </p:nvGrpSpPr>
        <p:grpSpPr>
          <a:xfrm>
            <a:off x="6524100" y="8843533"/>
            <a:ext cx="2960807" cy="470750"/>
            <a:chOff x="3652920" y="3623040"/>
            <a:chExt cx="1643040" cy="304200"/>
          </a:xfrm>
        </p:grpSpPr>
        <p:sp>
          <p:nvSpPr>
            <p:cNvPr id="75" name="CustomShape 16">
              <a:extLst>
                <a:ext uri="{FF2B5EF4-FFF2-40B4-BE49-F238E27FC236}">
                  <a16:creationId xmlns:a16="http://schemas.microsoft.com/office/drawing/2014/main" id="{2E61DAF7-AD02-4482-AE24-53EE83686DEA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0" name="CustomShape 17">
              <a:extLst>
                <a:ext uri="{FF2B5EF4-FFF2-40B4-BE49-F238E27FC236}">
                  <a16:creationId xmlns:a16="http://schemas.microsoft.com/office/drawing/2014/main" id="{79C514BB-B01C-4CE0-9F98-B35A72D44E5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Win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91" name="Group 12">
            <a:extLst>
              <a:ext uri="{FF2B5EF4-FFF2-40B4-BE49-F238E27FC236}">
                <a16:creationId xmlns:a16="http://schemas.microsoft.com/office/drawing/2014/main" id="{92A03D06-357E-4CBB-B8ED-66B1890AFA0E}"/>
              </a:ext>
            </a:extLst>
          </p:cNvPr>
          <p:cNvGrpSpPr/>
          <p:nvPr/>
        </p:nvGrpSpPr>
        <p:grpSpPr>
          <a:xfrm>
            <a:off x="6517255" y="9309210"/>
            <a:ext cx="2960100" cy="315265"/>
            <a:chOff x="6494040" y="3629520"/>
            <a:chExt cx="1643040" cy="4589640"/>
          </a:xfrm>
        </p:grpSpPr>
        <p:sp>
          <p:nvSpPr>
            <p:cNvPr id="92" name="CustomShape 13">
              <a:extLst>
                <a:ext uri="{FF2B5EF4-FFF2-40B4-BE49-F238E27FC236}">
                  <a16:creationId xmlns:a16="http://schemas.microsoft.com/office/drawing/2014/main" id="{C132927F-525C-4087-A907-A636CBAF840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3" name="CustomShape 14">
              <a:extLst>
                <a:ext uri="{FF2B5EF4-FFF2-40B4-BE49-F238E27FC236}">
                  <a16:creationId xmlns:a16="http://schemas.microsoft.com/office/drawing/2014/main" id="{6D93B4C5-27DE-4937-B975-B9B1131463E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Bin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4" name="CustomShape 10">
            <a:extLst>
              <a:ext uri="{FF2B5EF4-FFF2-40B4-BE49-F238E27FC236}">
                <a16:creationId xmlns:a16="http://schemas.microsoft.com/office/drawing/2014/main" id="{6244946C-4AB3-4015-9272-F81DA3CB0235}"/>
              </a:ext>
            </a:extLst>
          </p:cNvPr>
          <p:cNvSpPr/>
          <p:nvPr/>
        </p:nvSpPr>
        <p:spPr>
          <a:xfrm>
            <a:off x="5533854" y="87188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0x18700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5" name="CustomShape 10">
            <a:extLst>
              <a:ext uri="{FF2B5EF4-FFF2-40B4-BE49-F238E27FC236}">
                <a16:creationId xmlns:a16="http://schemas.microsoft.com/office/drawing/2014/main" id="{5900033C-BB78-4F0C-8431-C34EB6167DF5}"/>
              </a:ext>
            </a:extLst>
          </p:cNvPr>
          <p:cNvSpPr/>
          <p:nvPr/>
        </p:nvSpPr>
        <p:spPr>
          <a:xfrm>
            <a:off x="5543962" y="91275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6" name="CustomShape 10">
            <a:extLst>
              <a:ext uri="{FF2B5EF4-FFF2-40B4-BE49-F238E27FC236}">
                <a16:creationId xmlns:a16="http://schemas.microsoft.com/office/drawing/2014/main" id="{291CB2B3-5142-42A4-974E-F97DF4217CB5}"/>
              </a:ext>
            </a:extLst>
          </p:cNvPr>
          <p:cNvSpPr/>
          <p:nvPr/>
        </p:nvSpPr>
        <p:spPr>
          <a:xfrm>
            <a:off x="5554400" y="94897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6" name="Group 15">
            <a:extLst>
              <a:ext uri="{FF2B5EF4-FFF2-40B4-BE49-F238E27FC236}">
                <a16:creationId xmlns:a16="http://schemas.microsoft.com/office/drawing/2014/main" id="{35F20925-5B6E-4719-A2E5-22C6819E57B3}"/>
              </a:ext>
            </a:extLst>
          </p:cNvPr>
          <p:cNvGrpSpPr/>
          <p:nvPr/>
        </p:nvGrpSpPr>
        <p:grpSpPr>
          <a:xfrm>
            <a:off x="1907241" y="5802035"/>
            <a:ext cx="2960807" cy="293400"/>
            <a:chOff x="3652920" y="3623040"/>
            <a:chExt cx="1643040" cy="304200"/>
          </a:xfrm>
        </p:grpSpPr>
        <p:sp>
          <p:nvSpPr>
            <p:cNvPr id="107" name="CustomShape 16">
              <a:extLst>
                <a:ext uri="{FF2B5EF4-FFF2-40B4-BE49-F238E27FC236}">
                  <a16:creationId xmlns:a16="http://schemas.microsoft.com/office/drawing/2014/main" id="{CBE1D201-E4BE-4609-8678-AF62D8B58A2F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8" name="CustomShape 17">
              <a:extLst>
                <a:ext uri="{FF2B5EF4-FFF2-40B4-BE49-F238E27FC236}">
                  <a16:creationId xmlns:a16="http://schemas.microsoft.com/office/drawing/2014/main" id="{3CC67D31-9DC0-4C18-8B0C-F7D4CBB3D071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Zt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6" name="Group 15">
            <a:extLst>
              <a:ext uri="{FF2B5EF4-FFF2-40B4-BE49-F238E27FC236}">
                <a16:creationId xmlns:a16="http://schemas.microsoft.com/office/drawing/2014/main" id="{A1C3F45D-D694-4C94-81ED-7BEE68C72BD2}"/>
              </a:ext>
            </a:extLst>
          </p:cNvPr>
          <p:cNvGrpSpPr/>
          <p:nvPr/>
        </p:nvGrpSpPr>
        <p:grpSpPr>
          <a:xfrm>
            <a:off x="6516548" y="9640140"/>
            <a:ext cx="2960807" cy="1354079"/>
            <a:chOff x="3652920" y="3623040"/>
            <a:chExt cx="1643040" cy="304200"/>
          </a:xfrm>
        </p:grpSpPr>
        <p:sp>
          <p:nvSpPr>
            <p:cNvPr id="85" name="CustomShape 16">
              <a:extLst>
                <a:ext uri="{FF2B5EF4-FFF2-40B4-BE49-F238E27FC236}">
                  <a16:creationId xmlns:a16="http://schemas.microsoft.com/office/drawing/2014/main" id="{110440EA-3E98-4F84-B2A4-F4AEB37742D3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6" name="CustomShape 17">
              <a:extLst>
                <a:ext uri="{FF2B5EF4-FFF2-40B4-BE49-F238E27FC236}">
                  <a16:creationId xmlns:a16="http://schemas.microsoft.com/office/drawing/2014/main" id="{D6A126D4-465B-4938-BFEC-02B7862A530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7" name="Group 12">
            <a:extLst>
              <a:ext uri="{FF2B5EF4-FFF2-40B4-BE49-F238E27FC236}">
                <a16:creationId xmlns:a16="http://schemas.microsoft.com/office/drawing/2014/main" id="{A070F152-BDDE-489F-B5C6-2DDA9173B62D}"/>
              </a:ext>
            </a:extLst>
          </p:cNvPr>
          <p:cNvGrpSpPr/>
          <p:nvPr/>
        </p:nvGrpSpPr>
        <p:grpSpPr>
          <a:xfrm>
            <a:off x="6531855" y="11002938"/>
            <a:ext cx="2960100" cy="315265"/>
            <a:chOff x="6494040" y="3629520"/>
            <a:chExt cx="1643040" cy="4589640"/>
          </a:xfrm>
        </p:grpSpPr>
        <p:sp>
          <p:nvSpPr>
            <p:cNvPr id="88" name="CustomShape 13">
              <a:extLst>
                <a:ext uri="{FF2B5EF4-FFF2-40B4-BE49-F238E27FC236}">
                  <a16:creationId xmlns:a16="http://schemas.microsoft.com/office/drawing/2014/main" id="{0B1FD009-E81F-4967-836E-453824A76F7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9" name="CustomShape 14">
              <a:extLst>
                <a:ext uri="{FF2B5EF4-FFF2-40B4-BE49-F238E27FC236}">
                  <a16:creationId xmlns:a16="http://schemas.microsoft.com/office/drawing/2014/main" id="{5498652C-65DA-41B1-81CE-5AD24FEB23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7" name="CustomShape 10">
            <a:extLst>
              <a:ext uri="{FF2B5EF4-FFF2-40B4-BE49-F238E27FC236}">
                <a16:creationId xmlns:a16="http://schemas.microsoft.com/office/drawing/2014/main" id="{8ABBCA57-41CB-4E7A-A2FB-172C91365691}"/>
              </a:ext>
            </a:extLst>
          </p:cNvPr>
          <p:cNvSpPr/>
          <p:nvPr/>
        </p:nvSpPr>
        <p:spPr>
          <a:xfrm>
            <a:off x="5543962" y="107846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0x1C980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8" name="CustomShape 10">
            <a:extLst>
              <a:ext uri="{FF2B5EF4-FFF2-40B4-BE49-F238E27FC236}">
                <a16:creationId xmlns:a16="http://schemas.microsoft.com/office/drawing/2014/main" id="{9A416310-9C92-4AC4-B4CD-904A51BC9AF0}"/>
              </a:ext>
            </a:extLst>
          </p:cNvPr>
          <p:cNvSpPr/>
          <p:nvPr/>
        </p:nvSpPr>
        <p:spPr>
          <a:xfrm>
            <a:off x="5569233" y="1114620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0x1CA00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99" name="Group 12">
            <a:extLst>
              <a:ext uri="{FF2B5EF4-FFF2-40B4-BE49-F238E27FC236}">
                <a16:creationId xmlns:a16="http://schemas.microsoft.com/office/drawing/2014/main" id="{91A2A7B0-E753-4125-A6BE-5AB6B013370B}"/>
              </a:ext>
            </a:extLst>
          </p:cNvPr>
          <p:cNvGrpSpPr/>
          <p:nvPr/>
        </p:nvGrpSpPr>
        <p:grpSpPr>
          <a:xfrm>
            <a:off x="1914795" y="5499906"/>
            <a:ext cx="2960100" cy="293173"/>
            <a:chOff x="6494040" y="3629520"/>
            <a:chExt cx="1643040" cy="4589640"/>
          </a:xfrm>
        </p:grpSpPr>
        <p:sp>
          <p:nvSpPr>
            <p:cNvPr id="100" name="CustomShape 13">
              <a:extLst>
                <a:ext uri="{FF2B5EF4-FFF2-40B4-BE49-F238E27FC236}">
                  <a16:creationId xmlns:a16="http://schemas.microsoft.com/office/drawing/2014/main" id="{A18AE06F-AC09-45D3-A498-69360548924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1" name="CustomShape 14">
              <a:extLst>
                <a:ext uri="{FF2B5EF4-FFF2-40B4-BE49-F238E27FC236}">
                  <a16:creationId xmlns:a16="http://schemas.microsoft.com/office/drawing/2014/main" id="{A22B714A-2A09-4E6B-BEB3-58E4C6A04A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Nt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09" name="CustomShape 10">
            <a:extLst>
              <a:ext uri="{FF2B5EF4-FFF2-40B4-BE49-F238E27FC236}">
                <a16:creationId xmlns:a16="http://schemas.microsoft.com/office/drawing/2014/main" id="{AEA83E81-C281-4F14-8A61-45CB74706FF4}"/>
              </a:ext>
            </a:extLst>
          </p:cNvPr>
          <p:cNvSpPr/>
          <p:nvPr/>
        </p:nvSpPr>
        <p:spPr>
          <a:xfrm>
            <a:off x="918662" y="59967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0x0950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3" name="Group 12">
            <a:extLst>
              <a:ext uri="{FF2B5EF4-FFF2-40B4-BE49-F238E27FC236}">
                <a16:creationId xmlns:a16="http://schemas.microsoft.com/office/drawing/2014/main" id="{9D876215-BCA8-46FA-B808-1E754B267D5B}"/>
              </a:ext>
            </a:extLst>
          </p:cNvPr>
          <p:cNvGrpSpPr/>
          <p:nvPr/>
        </p:nvGrpSpPr>
        <p:grpSpPr>
          <a:xfrm>
            <a:off x="1906534" y="6100621"/>
            <a:ext cx="2960100" cy="293173"/>
            <a:chOff x="6494040" y="3629520"/>
            <a:chExt cx="1643040" cy="4589640"/>
          </a:xfrm>
        </p:grpSpPr>
        <p:sp>
          <p:nvSpPr>
            <p:cNvPr id="104" name="CustomShape 13">
              <a:extLst>
                <a:ext uri="{FF2B5EF4-FFF2-40B4-BE49-F238E27FC236}">
                  <a16:creationId xmlns:a16="http://schemas.microsoft.com/office/drawing/2014/main" id="{03E1FE5C-8FCE-4694-9328-FD5B05F51BA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5" name="CustomShape 14">
              <a:extLst>
                <a:ext uri="{FF2B5EF4-FFF2-40B4-BE49-F238E27FC236}">
                  <a16:creationId xmlns:a16="http://schemas.microsoft.com/office/drawing/2014/main" id="{01F9C2A5-574E-450D-BF10-E5CF31570FF9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GRU11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030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pc="-151" dirty="0" err="1">
                <a:solidFill>
                  <a:srgbClr val="000000"/>
                </a:solidFill>
                <a:latin typeface="Helvetica Neue"/>
              </a:rPr>
              <a:t>zt</a:t>
            </a: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 * ht-1 - 0x03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8711540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8716749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25990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GRU12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906534" y="12033686"/>
            <a:ext cx="2960100" cy="289300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0x14280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988491" y="1178512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8322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39249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0x14400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2938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34672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0x0850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145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0x08D0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0x14680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0x18680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3" name="CustomShape 24">
            <a:extLst>
              <a:ext uri="{FF2B5EF4-FFF2-40B4-BE49-F238E27FC236}">
                <a16:creationId xmlns:a16="http://schemas.microsoft.com/office/drawing/2014/main" id="{886C7156-25A9-47F9-B6B9-62FAAA31BB15}"/>
              </a:ext>
            </a:extLst>
          </p:cNvPr>
          <p:cNvSpPr/>
          <p:nvPr/>
        </p:nvSpPr>
        <p:spPr>
          <a:xfrm>
            <a:off x="10682280" y="2706120"/>
            <a:ext cx="12159720" cy="552544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GRU13 = 128 * 4 / 1024 = 0.5</a:t>
            </a:r>
            <a:endParaRPr lang="en-US" sz="3000" b="0" strike="noStrike" spc="-1" dirty="0">
              <a:latin typeface="Arial"/>
            </a:endParaRPr>
          </a:p>
        </p:txBody>
      </p:sp>
      <p:grpSp>
        <p:nvGrpSpPr>
          <p:cNvPr id="74" name="Group 15">
            <a:extLst>
              <a:ext uri="{FF2B5EF4-FFF2-40B4-BE49-F238E27FC236}">
                <a16:creationId xmlns:a16="http://schemas.microsoft.com/office/drawing/2014/main" id="{97C37084-02CD-4ACD-9B00-2EBA0AA68029}"/>
              </a:ext>
            </a:extLst>
          </p:cNvPr>
          <p:cNvGrpSpPr/>
          <p:nvPr/>
        </p:nvGrpSpPr>
        <p:grpSpPr>
          <a:xfrm>
            <a:off x="6524100" y="8843533"/>
            <a:ext cx="2960807" cy="470750"/>
            <a:chOff x="3652920" y="3623040"/>
            <a:chExt cx="1643040" cy="304200"/>
          </a:xfrm>
        </p:grpSpPr>
        <p:sp>
          <p:nvSpPr>
            <p:cNvPr id="75" name="CustomShape 16">
              <a:extLst>
                <a:ext uri="{FF2B5EF4-FFF2-40B4-BE49-F238E27FC236}">
                  <a16:creationId xmlns:a16="http://schemas.microsoft.com/office/drawing/2014/main" id="{2E61DAF7-AD02-4482-AE24-53EE83686DEA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0" name="CustomShape 17">
              <a:extLst>
                <a:ext uri="{FF2B5EF4-FFF2-40B4-BE49-F238E27FC236}">
                  <a16:creationId xmlns:a16="http://schemas.microsoft.com/office/drawing/2014/main" id="{79C514BB-B01C-4CE0-9F98-B35A72D44E5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Win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91" name="Group 12">
            <a:extLst>
              <a:ext uri="{FF2B5EF4-FFF2-40B4-BE49-F238E27FC236}">
                <a16:creationId xmlns:a16="http://schemas.microsoft.com/office/drawing/2014/main" id="{92A03D06-357E-4CBB-B8ED-66B1890AFA0E}"/>
              </a:ext>
            </a:extLst>
          </p:cNvPr>
          <p:cNvGrpSpPr/>
          <p:nvPr/>
        </p:nvGrpSpPr>
        <p:grpSpPr>
          <a:xfrm>
            <a:off x="6517255" y="9309210"/>
            <a:ext cx="2960100" cy="315265"/>
            <a:chOff x="6494040" y="3629520"/>
            <a:chExt cx="1643040" cy="4589640"/>
          </a:xfrm>
        </p:grpSpPr>
        <p:sp>
          <p:nvSpPr>
            <p:cNvPr id="92" name="CustomShape 13">
              <a:extLst>
                <a:ext uri="{FF2B5EF4-FFF2-40B4-BE49-F238E27FC236}">
                  <a16:creationId xmlns:a16="http://schemas.microsoft.com/office/drawing/2014/main" id="{C132927F-525C-4087-A907-A636CBAF840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3" name="CustomShape 14">
              <a:extLst>
                <a:ext uri="{FF2B5EF4-FFF2-40B4-BE49-F238E27FC236}">
                  <a16:creationId xmlns:a16="http://schemas.microsoft.com/office/drawing/2014/main" id="{6D93B4C5-27DE-4937-B975-B9B1131463E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Bin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4" name="CustomShape 10">
            <a:extLst>
              <a:ext uri="{FF2B5EF4-FFF2-40B4-BE49-F238E27FC236}">
                <a16:creationId xmlns:a16="http://schemas.microsoft.com/office/drawing/2014/main" id="{6244946C-4AB3-4015-9272-F81DA3CB0235}"/>
              </a:ext>
            </a:extLst>
          </p:cNvPr>
          <p:cNvSpPr/>
          <p:nvPr/>
        </p:nvSpPr>
        <p:spPr>
          <a:xfrm>
            <a:off x="5533854" y="87188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0x18700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5" name="CustomShape 10">
            <a:extLst>
              <a:ext uri="{FF2B5EF4-FFF2-40B4-BE49-F238E27FC236}">
                <a16:creationId xmlns:a16="http://schemas.microsoft.com/office/drawing/2014/main" id="{5900033C-BB78-4F0C-8431-C34EB6167DF5}"/>
              </a:ext>
            </a:extLst>
          </p:cNvPr>
          <p:cNvSpPr/>
          <p:nvPr/>
        </p:nvSpPr>
        <p:spPr>
          <a:xfrm>
            <a:off x="5543962" y="91275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6" name="CustomShape 10">
            <a:extLst>
              <a:ext uri="{FF2B5EF4-FFF2-40B4-BE49-F238E27FC236}">
                <a16:creationId xmlns:a16="http://schemas.microsoft.com/office/drawing/2014/main" id="{291CB2B3-5142-42A4-974E-F97DF4217CB5}"/>
              </a:ext>
            </a:extLst>
          </p:cNvPr>
          <p:cNvSpPr/>
          <p:nvPr/>
        </p:nvSpPr>
        <p:spPr>
          <a:xfrm>
            <a:off x="5554400" y="94897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0x18980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6" name="Group 15">
            <a:extLst>
              <a:ext uri="{FF2B5EF4-FFF2-40B4-BE49-F238E27FC236}">
                <a16:creationId xmlns:a16="http://schemas.microsoft.com/office/drawing/2014/main" id="{35F20925-5B6E-4719-A2E5-22C6819E57B3}"/>
              </a:ext>
            </a:extLst>
          </p:cNvPr>
          <p:cNvGrpSpPr/>
          <p:nvPr/>
        </p:nvGrpSpPr>
        <p:grpSpPr>
          <a:xfrm>
            <a:off x="1907241" y="5802035"/>
            <a:ext cx="2960807" cy="293400"/>
            <a:chOff x="3652920" y="3623040"/>
            <a:chExt cx="1643040" cy="304200"/>
          </a:xfrm>
        </p:grpSpPr>
        <p:sp>
          <p:nvSpPr>
            <p:cNvPr id="107" name="CustomShape 16">
              <a:extLst>
                <a:ext uri="{FF2B5EF4-FFF2-40B4-BE49-F238E27FC236}">
                  <a16:creationId xmlns:a16="http://schemas.microsoft.com/office/drawing/2014/main" id="{CBE1D201-E4BE-4609-8678-AF62D8B58A2F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8" name="CustomShape 17">
              <a:extLst>
                <a:ext uri="{FF2B5EF4-FFF2-40B4-BE49-F238E27FC236}">
                  <a16:creationId xmlns:a16="http://schemas.microsoft.com/office/drawing/2014/main" id="{3CC67D31-9DC0-4C18-8B0C-F7D4CBB3D071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Zt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6" name="Group 15">
            <a:extLst>
              <a:ext uri="{FF2B5EF4-FFF2-40B4-BE49-F238E27FC236}">
                <a16:creationId xmlns:a16="http://schemas.microsoft.com/office/drawing/2014/main" id="{A1C3F45D-D694-4C94-81ED-7BEE68C72BD2}"/>
              </a:ext>
            </a:extLst>
          </p:cNvPr>
          <p:cNvGrpSpPr/>
          <p:nvPr/>
        </p:nvGrpSpPr>
        <p:grpSpPr>
          <a:xfrm>
            <a:off x="6516548" y="9640140"/>
            <a:ext cx="2960807" cy="1354079"/>
            <a:chOff x="3652920" y="3623040"/>
            <a:chExt cx="1643040" cy="304200"/>
          </a:xfrm>
        </p:grpSpPr>
        <p:sp>
          <p:nvSpPr>
            <p:cNvPr id="85" name="CustomShape 16">
              <a:extLst>
                <a:ext uri="{FF2B5EF4-FFF2-40B4-BE49-F238E27FC236}">
                  <a16:creationId xmlns:a16="http://schemas.microsoft.com/office/drawing/2014/main" id="{110440EA-3E98-4F84-B2A4-F4AEB37742D3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6" name="CustomShape 17">
              <a:extLst>
                <a:ext uri="{FF2B5EF4-FFF2-40B4-BE49-F238E27FC236}">
                  <a16:creationId xmlns:a16="http://schemas.microsoft.com/office/drawing/2014/main" id="{D6A126D4-465B-4938-BFEC-02B7862A530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7" name="Group 12">
            <a:extLst>
              <a:ext uri="{FF2B5EF4-FFF2-40B4-BE49-F238E27FC236}">
                <a16:creationId xmlns:a16="http://schemas.microsoft.com/office/drawing/2014/main" id="{A070F152-BDDE-489F-B5C6-2DDA9173B62D}"/>
              </a:ext>
            </a:extLst>
          </p:cNvPr>
          <p:cNvGrpSpPr/>
          <p:nvPr/>
        </p:nvGrpSpPr>
        <p:grpSpPr>
          <a:xfrm>
            <a:off x="6531855" y="11002938"/>
            <a:ext cx="2960100" cy="315265"/>
            <a:chOff x="6494040" y="3629520"/>
            <a:chExt cx="1643040" cy="4589640"/>
          </a:xfrm>
        </p:grpSpPr>
        <p:sp>
          <p:nvSpPr>
            <p:cNvPr id="88" name="CustomShape 13">
              <a:extLst>
                <a:ext uri="{FF2B5EF4-FFF2-40B4-BE49-F238E27FC236}">
                  <a16:creationId xmlns:a16="http://schemas.microsoft.com/office/drawing/2014/main" id="{0B1FD009-E81F-4967-836E-453824A76F7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9" name="CustomShape 14">
              <a:extLst>
                <a:ext uri="{FF2B5EF4-FFF2-40B4-BE49-F238E27FC236}">
                  <a16:creationId xmlns:a16="http://schemas.microsoft.com/office/drawing/2014/main" id="{5498652C-65DA-41B1-81CE-5AD24FEB23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7" name="CustomShape 10">
            <a:extLst>
              <a:ext uri="{FF2B5EF4-FFF2-40B4-BE49-F238E27FC236}">
                <a16:creationId xmlns:a16="http://schemas.microsoft.com/office/drawing/2014/main" id="{8ABBCA57-41CB-4E7A-A2FB-172C91365691}"/>
              </a:ext>
            </a:extLst>
          </p:cNvPr>
          <p:cNvSpPr/>
          <p:nvPr/>
        </p:nvSpPr>
        <p:spPr>
          <a:xfrm>
            <a:off x="5543962" y="107846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0x1C980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8" name="CustomShape 10">
            <a:extLst>
              <a:ext uri="{FF2B5EF4-FFF2-40B4-BE49-F238E27FC236}">
                <a16:creationId xmlns:a16="http://schemas.microsoft.com/office/drawing/2014/main" id="{9A416310-9C92-4AC4-B4CD-904A51BC9AF0}"/>
              </a:ext>
            </a:extLst>
          </p:cNvPr>
          <p:cNvSpPr/>
          <p:nvPr/>
        </p:nvSpPr>
        <p:spPr>
          <a:xfrm>
            <a:off x="5569233" y="1114620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0x1CA00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99" name="Group 12">
            <a:extLst>
              <a:ext uri="{FF2B5EF4-FFF2-40B4-BE49-F238E27FC236}">
                <a16:creationId xmlns:a16="http://schemas.microsoft.com/office/drawing/2014/main" id="{91A2A7B0-E753-4125-A6BE-5AB6B013370B}"/>
              </a:ext>
            </a:extLst>
          </p:cNvPr>
          <p:cNvGrpSpPr/>
          <p:nvPr/>
        </p:nvGrpSpPr>
        <p:grpSpPr>
          <a:xfrm>
            <a:off x="1914795" y="5499906"/>
            <a:ext cx="2960100" cy="293173"/>
            <a:chOff x="6494040" y="3629520"/>
            <a:chExt cx="1643040" cy="4589640"/>
          </a:xfrm>
        </p:grpSpPr>
        <p:sp>
          <p:nvSpPr>
            <p:cNvPr id="100" name="CustomShape 13">
              <a:extLst>
                <a:ext uri="{FF2B5EF4-FFF2-40B4-BE49-F238E27FC236}">
                  <a16:creationId xmlns:a16="http://schemas.microsoft.com/office/drawing/2014/main" id="{A18AE06F-AC09-45D3-A498-69360548924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1" name="CustomShape 14">
              <a:extLst>
                <a:ext uri="{FF2B5EF4-FFF2-40B4-BE49-F238E27FC236}">
                  <a16:creationId xmlns:a16="http://schemas.microsoft.com/office/drawing/2014/main" id="{A22B714A-2A09-4E6B-BEB3-58E4C6A04A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Nt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09" name="CustomShape 10">
            <a:extLst>
              <a:ext uri="{FF2B5EF4-FFF2-40B4-BE49-F238E27FC236}">
                <a16:creationId xmlns:a16="http://schemas.microsoft.com/office/drawing/2014/main" id="{AEA83E81-C281-4F14-8A61-45CB74706FF4}"/>
              </a:ext>
            </a:extLst>
          </p:cNvPr>
          <p:cNvSpPr/>
          <p:nvPr/>
        </p:nvSpPr>
        <p:spPr>
          <a:xfrm>
            <a:off x="918662" y="59967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0x0950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3" name="Group 12">
            <a:extLst>
              <a:ext uri="{FF2B5EF4-FFF2-40B4-BE49-F238E27FC236}">
                <a16:creationId xmlns:a16="http://schemas.microsoft.com/office/drawing/2014/main" id="{9D876215-BCA8-46FA-B808-1E754B267D5B}"/>
              </a:ext>
            </a:extLst>
          </p:cNvPr>
          <p:cNvGrpSpPr/>
          <p:nvPr/>
        </p:nvGrpSpPr>
        <p:grpSpPr>
          <a:xfrm>
            <a:off x="1906534" y="6100621"/>
            <a:ext cx="2960100" cy="293173"/>
            <a:chOff x="6494040" y="3629520"/>
            <a:chExt cx="1643040" cy="4589640"/>
          </a:xfrm>
        </p:grpSpPr>
        <p:sp>
          <p:nvSpPr>
            <p:cNvPr id="104" name="CustomShape 13">
              <a:extLst>
                <a:ext uri="{FF2B5EF4-FFF2-40B4-BE49-F238E27FC236}">
                  <a16:creationId xmlns:a16="http://schemas.microsoft.com/office/drawing/2014/main" id="{03E1FE5C-8FCE-4694-9328-FD5B05F51BA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5" name="CustomShape 14">
              <a:extLst>
                <a:ext uri="{FF2B5EF4-FFF2-40B4-BE49-F238E27FC236}">
                  <a16:creationId xmlns:a16="http://schemas.microsoft.com/office/drawing/2014/main" id="{01F9C2A5-574E-450D-BF10-E5CF31570FF9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GRU11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02" name="Group 12">
            <a:extLst>
              <a:ext uri="{FF2B5EF4-FFF2-40B4-BE49-F238E27FC236}">
                <a16:creationId xmlns:a16="http://schemas.microsoft.com/office/drawing/2014/main" id="{6E8BB40E-6730-4317-B3BF-EB86A9B2F736}"/>
              </a:ext>
            </a:extLst>
          </p:cNvPr>
          <p:cNvGrpSpPr/>
          <p:nvPr/>
        </p:nvGrpSpPr>
        <p:grpSpPr>
          <a:xfrm>
            <a:off x="1914795" y="4488078"/>
            <a:ext cx="2960100" cy="546669"/>
            <a:chOff x="6494040" y="3629520"/>
            <a:chExt cx="1643040" cy="4589640"/>
          </a:xfrm>
        </p:grpSpPr>
        <p:sp>
          <p:nvSpPr>
            <p:cNvPr id="110" name="CustomShape 13">
              <a:extLst>
                <a:ext uri="{FF2B5EF4-FFF2-40B4-BE49-F238E27FC236}">
                  <a16:creationId xmlns:a16="http://schemas.microsoft.com/office/drawing/2014/main" id="{7CF915F6-9155-41D1-9434-044B4E39171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1" name="CustomShape 14">
              <a:extLst>
                <a:ext uri="{FF2B5EF4-FFF2-40B4-BE49-F238E27FC236}">
                  <a16:creationId xmlns:a16="http://schemas.microsoft.com/office/drawing/2014/main" id="{CB31C90F-127E-40E7-9F09-460702047C4F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GRU13 = 0.5</a:t>
              </a:r>
              <a:endParaRPr lang="en-US" b="0" strike="noStrike" spc="-1" dirty="0">
                <a:latin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2489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">
            <a:extLst>
              <a:ext uri="{FF2B5EF4-FFF2-40B4-BE49-F238E27FC236}">
                <a16:creationId xmlns:a16="http://schemas.microsoft.com/office/drawing/2014/main" id="{A8C652AC-0E63-4E6D-B844-50160BFE9CD9}"/>
              </a:ext>
            </a:extLst>
          </p:cNvPr>
          <p:cNvGrpSpPr/>
          <p:nvPr/>
        </p:nvGrpSpPr>
        <p:grpSpPr>
          <a:xfrm>
            <a:off x="6482500" y="11319557"/>
            <a:ext cx="2960100" cy="393162"/>
            <a:chOff x="6494040" y="3629520"/>
            <a:chExt cx="1643040" cy="4589640"/>
          </a:xfrm>
          <a:solidFill>
            <a:srgbClr val="FFFF00"/>
          </a:solidFill>
        </p:grpSpPr>
        <p:sp>
          <p:nvSpPr>
            <p:cNvPr id="125" name="CustomShape 13">
              <a:extLst>
                <a:ext uri="{FF2B5EF4-FFF2-40B4-BE49-F238E27FC236}">
                  <a16:creationId xmlns:a16="http://schemas.microsoft.com/office/drawing/2014/main" id="{4A2B872D-2EF0-4F8D-80A5-024D1277C8F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27" name="CustomShape 14">
              <a:extLst>
                <a:ext uri="{FF2B5EF4-FFF2-40B4-BE49-F238E27FC236}">
                  <a16:creationId xmlns:a16="http://schemas.microsoft.com/office/drawing/2014/main" id="{E4D7C860-0F47-45EE-B09B-1987F1C910A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LUTs(tanh)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17" name="CustomShape 1"/>
          <p:cNvSpPr/>
          <p:nvPr/>
        </p:nvSpPr>
        <p:spPr>
          <a:xfrm>
            <a:off x="1206360" y="1079640"/>
            <a:ext cx="21970440" cy="1434240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50760" tIns="50760" rIns="50760" bIns="50760">
            <a:noAutofit/>
          </a:bodyPr>
          <a:lstStyle/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altLang="zh-CN" sz="7480" b="1" spc="-151" dirty="0">
                <a:solidFill>
                  <a:srgbClr val="000000"/>
                </a:solidFill>
                <a:latin typeface="Helvetica Neue"/>
              </a:rPr>
              <a:t>Cut(GRU12 + GRU13)</a:t>
            </a:r>
            <a:endParaRPr lang="en-US" sz="7480" b="0" strike="noStrike" spc="-1" dirty="0">
              <a:latin typeface="Arial"/>
            </a:endParaRPr>
          </a:p>
        </p:txBody>
      </p:sp>
      <p:sp>
        <p:nvSpPr>
          <p:cNvPr id="123" name="CustomShape 7"/>
          <p:cNvSpPr/>
          <p:nvPr/>
        </p:nvSpPr>
        <p:spPr>
          <a:xfrm>
            <a:off x="7484362" y="322420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Mem1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24" name="CustomShape 8"/>
          <p:cNvSpPr/>
          <p:nvPr/>
        </p:nvSpPr>
        <p:spPr>
          <a:xfrm>
            <a:off x="6508440" y="3624839"/>
            <a:ext cx="2945700" cy="8711540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6" name="CustomShape 10"/>
          <p:cNvSpPr/>
          <p:nvPr/>
        </p:nvSpPr>
        <p:spPr>
          <a:xfrm>
            <a:off x="5520060" y="342895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28" name="Group 12"/>
          <p:cNvGrpSpPr/>
          <p:nvPr/>
        </p:nvGrpSpPr>
        <p:grpSpPr>
          <a:xfrm>
            <a:off x="6494040" y="3629520"/>
            <a:ext cx="2960100" cy="385200"/>
            <a:chOff x="6494040" y="3629520"/>
            <a:chExt cx="1643040" cy="4589640"/>
          </a:xfrm>
          <a:solidFill>
            <a:schemeClr val="accent6"/>
          </a:solidFill>
        </p:grpSpPr>
        <p:sp>
          <p:nvSpPr>
            <p:cNvPr id="129" name="CustomShape 13"/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0" name="CustomShape 14"/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Wir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0.5*4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45" name="Group 15">
            <a:extLst>
              <a:ext uri="{FF2B5EF4-FFF2-40B4-BE49-F238E27FC236}">
                <a16:creationId xmlns:a16="http://schemas.microsoft.com/office/drawing/2014/main" id="{2E7E3550-33B4-44A1-8AA1-67136747A2AD}"/>
              </a:ext>
            </a:extLst>
          </p:cNvPr>
          <p:cNvGrpSpPr/>
          <p:nvPr/>
        </p:nvGrpSpPr>
        <p:grpSpPr>
          <a:xfrm>
            <a:off x="6493332" y="4005360"/>
            <a:ext cx="2960807" cy="293400"/>
            <a:chOff x="3652920" y="3623040"/>
            <a:chExt cx="1643040" cy="304200"/>
          </a:xfrm>
        </p:grpSpPr>
        <p:sp>
          <p:nvSpPr>
            <p:cNvPr id="46" name="CustomShape 16">
              <a:extLst>
                <a:ext uri="{FF2B5EF4-FFF2-40B4-BE49-F238E27FC236}">
                  <a16:creationId xmlns:a16="http://schemas.microsoft.com/office/drawing/2014/main" id="{517F4840-AE4E-4DAF-BCCB-89E54573DC4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7" name="CustomShape 17">
              <a:extLst>
                <a:ext uri="{FF2B5EF4-FFF2-40B4-BE49-F238E27FC236}">
                  <a16:creationId xmlns:a16="http://schemas.microsoft.com/office/drawing/2014/main" id="{CAD9CD2C-2248-4D03-964C-7F9F708C757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Bir = 0.125*4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8" name="CustomShape 7">
            <a:extLst>
              <a:ext uri="{FF2B5EF4-FFF2-40B4-BE49-F238E27FC236}">
                <a16:creationId xmlns:a16="http://schemas.microsoft.com/office/drawing/2014/main" id="{9B4111BC-B61A-4453-857C-91463DD97B9D}"/>
              </a:ext>
            </a:extLst>
          </p:cNvPr>
          <p:cNvSpPr/>
          <p:nvPr/>
        </p:nvSpPr>
        <p:spPr>
          <a:xfrm>
            <a:off x="2898624" y="32189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Mem0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9" name="CustomShape 8">
            <a:extLst>
              <a:ext uri="{FF2B5EF4-FFF2-40B4-BE49-F238E27FC236}">
                <a16:creationId xmlns:a16="http://schemas.microsoft.com/office/drawing/2014/main" id="{73760CD1-5333-4CED-92DD-68D89DA73EBF}"/>
              </a:ext>
            </a:extLst>
          </p:cNvPr>
          <p:cNvSpPr/>
          <p:nvPr/>
        </p:nvSpPr>
        <p:spPr>
          <a:xfrm>
            <a:off x="1922702" y="3619630"/>
            <a:ext cx="2945700" cy="8716749"/>
          </a:xfrm>
          <a:prstGeom prst="rect">
            <a:avLst/>
          </a:prstGeom>
          <a:noFill/>
          <a:ln w="28440">
            <a:solidFill>
              <a:srgbClr val="000000"/>
            </a:solidFill>
            <a:miter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10">
            <a:extLst>
              <a:ext uri="{FF2B5EF4-FFF2-40B4-BE49-F238E27FC236}">
                <a16:creationId xmlns:a16="http://schemas.microsoft.com/office/drawing/2014/main" id="{6967A290-F63E-4928-9419-E94287D27E6A}"/>
              </a:ext>
            </a:extLst>
          </p:cNvPr>
          <p:cNvSpPr/>
          <p:nvPr/>
        </p:nvSpPr>
        <p:spPr>
          <a:xfrm>
            <a:off x="934322" y="342374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0x0000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0" name="Group 12">
            <a:extLst>
              <a:ext uri="{FF2B5EF4-FFF2-40B4-BE49-F238E27FC236}">
                <a16:creationId xmlns:a16="http://schemas.microsoft.com/office/drawing/2014/main" id="{16734840-7E4C-4731-BBC0-1645148522B8}"/>
              </a:ext>
            </a:extLst>
          </p:cNvPr>
          <p:cNvGrpSpPr/>
          <p:nvPr/>
        </p:nvGrpSpPr>
        <p:grpSpPr>
          <a:xfrm>
            <a:off x="1915502" y="3639667"/>
            <a:ext cx="2960100" cy="385200"/>
            <a:chOff x="6494040" y="3629520"/>
            <a:chExt cx="1643040" cy="4589640"/>
          </a:xfrm>
        </p:grpSpPr>
        <p:sp>
          <p:nvSpPr>
            <p:cNvPr id="61" name="CustomShape 13">
              <a:extLst>
                <a:ext uri="{FF2B5EF4-FFF2-40B4-BE49-F238E27FC236}">
                  <a16:creationId xmlns:a16="http://schemas.microsoft.com/office/drawing/2014/main" id="{2862DB0D-23A1-457E-9878-F0B419F21C6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2" name="CustomShape 14">
              <a:extLst>
                <a:ext uri="{FF2B5EF4-FFF2-40B4-BE49-F238E27FC236}">
                  <a16:creationId xmlns:a16="http://schemas.microsoft.com/office/drawing/2014/main" id="{7F0A4D6A-7A73-41B3-B91D-46A520BCD361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Xt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0,578125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3" name="CustomShape 10">
            <a:extLst>
              <a:ext uri="{FF2B5EF4-FFF2-40B4-BE49-F238E27FC236}">
                <a16:creationId xmlns:a16="http://schemas.microsoft.com/office/drawing/2014/main" id="{093B41F9-4CB7-421A-9945-B9225CA5F442}"/>
              </a:ext>
            </a:extLst>
          </p:cNvPr>
          <p:cNvSpPr/>
          <p:nvPr/>
        </p:nvSpPr>
        <p:spPr>
          <a:xfrm>
            <a:off x="5520060" y="388730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0x10800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67" name="Group 15">
            <a:extLst>
              <a:ext uri="{FF2B5EF4-FFF2-40B4-BE49-F238E27FC236}">
                <a16:creationId xmlns:a16="http://schemas.microsoft.com/office/drawing/2014/main" id="{08131D19-7166-49E4-B609-92E0107BF968}"/>
              </a:ext>
            </a:extLst>
          </p:cNvPr>
          <p:cNvGrpSpPr/>
          <p:nvPr/>
        </p:nvGrpSpPr>
        <p:grpSpPr>
          <a:xfrm>
            <a:off x="1914795" y="4085365"/>
            <a:ext cx="2960807" cy="470750"/>
            <a:chOff x="3652920" y="3623040"/>
            <a:chExt cx="1643040" cy="304200"/>
          </a:xfrm>
        </p:grpSpPr>
        <p:sp>
          <p:nvSpPr>
            <p:cNvPr id="68" name="CustomShape 16">
              <a:extLst>
                <a:ext uri="{FF2B5EF4-FFF2-40B4-BE49-F238E27FC236}">
                  <a16:creationId xmlns:a16="http://schemas.microsoft.com/office/drawing/2014/main" id="{5DE573A0-3624-4DC1-8C52-CF689D0FCA8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69" name="CustomShape 17">
              <a:extLst>
                <a:ext uri="{FF2B5EF4-FFF2-40B4-BE49-F238E27FC236}">
                  <a16:creationId xmlns:a16="http://schemas.microsoft.com/office/drawing/2014/main" id="{945B0FA5-EB03-415C-BB21-B7DC07742016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GRU12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3" name="Group 12">
            <a:extLst>
              <a:ext uri="{FF2B5EF4-FFF2-40B4-BE49-F238E27FC236}">
                <a16:creationId xmlns:a16="http://schemas.microsoft.com/office/drawing/2014/main" id="{C2687DB4-4E82-4107-83FB-401AAC344AE0}"/>
              </a:ext>
            </a:extLst>
          </p:cNvPr>
          <p:cNvGrpSpPr/>
          <p:nvPr/>
        </p:nvGrpSpPr>
        <p:grpSpPr>
          <a:xfrm>
            <a:off x="6493332" y="4295783"/>
            <a:ext cx="2960100" cy="1399164"/>
            <a:chOff x="6494040" y="3629520"/>
            <a:chExt cx="1643040" cy="4589640"/>
          </a:xfrm>
        </p:grpSpPr>
        <p:sp>
          <p:nvSpPr>
            <p:cNvPr id="24" name="CustomShape 13">
              <a:extLst>
                <a:ext uri="{FF2B5EF4-FFF2-40B4-BE49-F238E27FC236}">
                  <a16:creationId xmlns:a16="http://schemas.microsoft.com/office/drawing/2014/main" id="{27EB2FDA-98AA-45D4-BBD6-AE88D0B1B82D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5" name="CustomShape 14">
              <a:extLst>
                <a:ext uri="{FF2B5EF4-FFF2-40B4-BE49-F238E27FC236}">
                  <a16:creationId xmlns:a16="http://schemas.microsoft.com/office/drawing/2014/main" id="{819132D2-27D6-4905-9C88-7BE9B12E8B3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Whr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6" name="Group 15">
            <a:extLst>
              <a:ext uri="{FF2B5EF4-FFF2-40B4-BE49-F238E27FC236}">
                <a16:creationId xmlns:a16="http://schemas.microsoft.com/office/drawing/2014/main" id="{42ADDAA9-20D8-4045-80C6-09B77876DF30}"/>
              </a:ext>
            </a:extLst>
          </p:cNvPr>
          <p:cNvGrpSpPr/>
          <p:nvPr/>
        </p:nvGrpSpPr>
        <p:grpSpPr>
          <a:xfrm>
            <a:off x="6500886" y="5697727"/>
            <a:ext cx="2960807" cy="293400"/>
            <a:chOff x="3652920" y="3623040"/>
            <a:chExt cx="1643040" cy="304200"/>
          </a:xfrm>
        </p:grpSpPr>
        <p:sp>
          <p:nvSpPr>
            <p:cNvPr id="27" name="CustomShape 16">
              <a:extLst>
                <a:ext uri="{FF2B5EF4-FFF2-40B4-BE49-F238E27FC236}">
                  <a16:creationId xmlns:a16="http://schemas.microsoft.com/office/drawing/2014/main" id="{519AA7DD-9850-4483-B637-E9C9A5D4DAA5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28" name="CustomShape 17">
              <a:extLst>
                <a:ext uri="{FF2B5EF4-FFF2-40B4-BE49-F238E27FC236}">
                  <a16:creationId xmlns:a16="http://schemas.microsoft.com/office/drawing/2014/main" id="{A76F5EB3-C244-45B6-A3FF-AD9A5C212F33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Bhr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0.125*4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29" name="Group 12">
            <a:extLst>
              <a:ext uri="{FF2B5EF4-FFF2-40B4-BE49-F238E27FC236}">
                <a16:creationId xmlns:a16="http://schemas.microsoft.com/office/drawing/2014/main" id="{D2BDF00F-7976-4666-9115-C789041E22DD}"/>
              </a:ext>
            </a:extLst>
          </p:cNvPr>
          <p:cNvGrpSpPr/>
          <p:nvPr/>
        </p:nvGrpSpPr>
        <p:grpSpPr>
          <a:xfrm>
            <a:off x="18800978" y="11135628"/>
            <a:ext cx="2960100" cy="367857"/>
            <a:chOff x="6494040" y="3629520"/>
            <a:chExt cx="1643040" cy="4589640"/>
          </a:xfrm>
        </p:grpSpPr>
        <p:sp>
          <p:nvSpPr>
            <p:cNvPr id="30" name="CustomShape 13">
              <a:extLst>
                <a:ext uri="{FF2B5EF4-FFF2-40B4-BE49-F238E27FC236}">
                  <a16:creationId xmlns:a16="http://schemas.microsoft.com/office/drawing/2014/main" id="{E3FB81F6-87B3-4951-8B50-06ADCEB17BBF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" name="CustomShape 14">
              <a:extLst>
                <a:ext uri="{FF2B5EF4-FFF2-40B4-BE49-F238E27FC236}">
                  <a16:creationId xmlns:a16="http://schemas.microsoft.com/office/drawing/2014/main" id="{CA1777F1-D09D-472F-A896-ADF3EEFB19B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2" name="CustomShape 10">
            <a:extLst>
              <a:ext uri="{FF2B5EF4-FFF2-40B4-BE49-F238E27FC236}">
                <a16:creationId xmlns:a16="http://schemas.microsoft.com/office/drawing/2014/main" id="{2478DCDA-A966-4283-B861-3FCDDF6CAA8C}"/>
              </a:ext>
            </a:extLst>
          </p:cNvPr>
          <p:cNvSpPr/>
          <p:nvPr/>
        </p:nvSpPr>
        <p:spPr>
          <a:xfrm>
            <a:off x="5520060" y="431280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0x10a00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3" name="CustomShape 10">
            <a:extLst>
              <a:ext uri="{FF2B5EF4-FFF2-40B4-BE49-F238E27FC236}">
                <a16:creationId xmlns:a16="http://schemas.microsoft.com/office/drawing/2014/main" id="{2F8B7F54-446C-478B-9744-99BE08C06FBF}"/>
              </a:ext>
            </a:extLst>
          </p:cNvPr>
          <p:cNvSpPr/>
          <p:nvPr/>
        </p:nvSpPr>
        <p:spPr>
          <a:xfrm>
            <a:off x="5531321" y="549649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0x14a00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4" name="CustomShape 10">
            <a:extLst>
              <a:ext uri="{FF2B5EF4-FFF2-40B4-BE49-F238E27FC236}">
                <a16:creationId xmlns:a16="http://schemas.microsoft.com/office/drawing/2014/main" id="{EA37B670-B54B-4878-9347-6499D94E910E}"/>
              </a:ext>
            </a:extLst>
          </p:cNvPr>
          <p:cNvSpPr/>
          <p:nvPr/>
        </p:nvSpPr>
        <p:spPr>
          <a:xfrm>
            <a:off x="5526300" y="587631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0x14c00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5" name="CustomShape 10">
            <a:extLst>
              <a:ext uri="{FF2B5EF4-FFF2-40B4-BE49-F238E27FC236}">
                <a16:creationId xmlns:a16="http://schemas.microsoft.com/office/drawing/2014/main" id="{D24FBFC8-F132-470E-96D7-5D6674878124}"/>
              </a:ext>
            </a:extLst>
          </p:cNvPr>
          <p:cNvSpPr/>
          <p:nvPr/>
        </p:nvSpPr>
        <p:spPr>
          <a:xfrm>
            <a:off x="820125" y="1134484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ED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36" name="CustomShape 10">
            <a:extLst>
              <a:ext uri="{FF2B5EF4-FFF2-40B4-BE49-F238E27FC236}">
                <a16:creationId xmlns:a16="http://schemas.microsoft.com/office/drawing/2014/main" id="{D6753BB1-BB9F-48BE-A0FA-1227B625395D}"/>
              </a:ext>
            </a:extLst>
          </p:cNvPr>
          <p:cNvSpPr/>
          <p:nvPr/>
        </p:nvSpPr>
        <p:spPr>
          <a:xfrm>
            <a:off x="925785" y="3974767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0x0260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C55EB499-6AB4-443B-828F-FE784281C639}"/>
              </a:ext>
            </a:extLst>
          </p:cNvPr>
          <p:cNvGrpSpPr/>
          <p:nvPr/>
        </p:nvGrpSpPr>
        <p:grpSpPr>
          <a:xfrm>
            <a:off x="6509147" y="5978486"/>
            <a:ext cx="2960100" cy="393162"/>
            <a:chOff x="6494040" y="3629520"/>
            <a:chExt cx="1643040" cy="4589640"/>
          </a:xfrm>
        </p:grpSpPr>
        <p:sp>
          <p:nvSpPr>
            <p:cNvPr id="41" name="CustomShape 13">
              <a:extLst>
                <a:ext uri="{FF2B5EF4-FFF2-40B4-BE49-F238E27FC236}">
                  <a16:creationId xmlns:a16="http://schemas.microsoft.com/office/drawing/2014/main" id="{125752C5-DC62-427C-B2D3-F7E2A37D2C0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42" name="CustomShape 14">
              <a:extLst>
                <a:ext uri="{FF2B5EF4-FFF2-40B4-BE49-F238E27FC236}">
                  <a16:creationId xmlns:a16="http://schemas.microsoft.com/office/drawing/2014/main" id="{9CBC4113-3933-4A82-AF49-E3E2826D008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LUTs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3" name="CustomShape 10">
            <a:extLst>
              <a:ext uri="{FF2B5EF4-FFF2-40B4-BE49-F238E27FC236}">
                <a16:creationId xmlns:a16="http://schemas.microsoft.com/office/drawing/2014/main" id="{953886D9-9ADE-4C7A-B4F9-0AE0143F98BD}"/>
              </a:ext>
            </a:extLst>
          </p:cNvPr>
          <p:cNvSpPr/>
          <p:nvPr/>
        </p:nvSpPr>
        <p:spPr>
          <a:xfrm>
            <a:off x="917954" y="445186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0x0460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44" name="CustomShape 10">
            <a:extLst>
              <a:ext uri="{FF2B5EF4-FFF2-40B4-BE49-F238E27FC236}">
                <a16:creationId xmlns:a16="http://schemas.microsoft.com/office/drawing/2014/main" id="{A83E704C-F3D2-40B7-83EC-D789C3E428FC}"/>
              </a:ext>
            </a:extLst>
          </p:cNvPr>
          <p:cNvSpPr/>
          <p:nvPr/>
        </p:nvSpPr>
        <p:spPr>
          <a:xfrm>
            <a:off x="5533854" y="62025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0x14d00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1" name="CustomShape 10">
            <a:extLst>
              <a:ext uri="{FF2B5EF4-FFF2-40B4-BE49-F238E27FC236}">
                <a16:creationId xmlns:a16="http://schemas.microsoft.com/office/drawing/2014/main" id="{A1645954-0D4F-4C01-A29A-5C6F11799C86}"/>
              </a:ext>
            </a:extLst>
          </p:cNvPr>
          <p:cNvSpPr/>
          <p:nvPr/>
        </p:nvSpPr>
        <p:spPr>
          <a:xfrm>
            <a:off x="910755" y="498875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0x0660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58" name="CustomShape 10">
            <a:extLst>
              <a:ext uri="{FF2B5EF4-FFF2-40B4-BE49-F238E27FC236}">
                <a16:creationId xmlns:a16="http://schemas.microsoft.com/office/drawing/2014/main" id="{6887B216-2DEF-482C-8ECA-B4D1B78C5A33}"/>
              </a:ext>
            </a:extLst>
          </p:cNvPr>
          <p:cNvSpPr/>
          <p:nvPr/>
        </p:nvSpPr>
        <p:spPr>
          <a:xfrm>
            <a:off x="918662" y="5406095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0x0860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66" name="CustomShape 10">
            <a:extLst>
              <a:ext uri="{FF2B5EF4-FFF2-40B4-BE49-F238E27FC236}">
                <a16:creationId xmlns:a16="http://schemas.microsoft.com/office/drawing/2014/main" id="{B106A1D3-11AA-452A-9CBF-CF925B311E62}"/>
              </a:ext>
            </a:extLst>
          </p:cNvPr>
          <p:cNvSpPr/>
          <p:nvPr/>
        </p:nvSpPr>
        <p:spPr>
          <a:xfrm>
            <a:off x="910755" y="577397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0x08e0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7" name="Group 15">
            <a:extLst>
              <a:ext uri="{FF2B5EF4-FFF2-40B4-BE49-F238E27FC236}">
                <a16:creationId xmlns:a16="http://schemas.microsoft.com/office/drawing/2014/main" id="{5D087524-0479-4CB8-99A7-C2382FA35456}"/>
              </a:ext>
            </a:extLst>
          </p:cNvPr>
          <p:cNvGrpSpPr/>
          <p:nvPr/>
        </p:nvGrpSpPr>
        <p:grpSpPr>
          <a:xfrm>
            <a:off x="6500885" y="6364642"/>
            <a:ext cx="2960807" cy="470750"/>
            <a:chOff x="3652920" y="3623040"/>
            <a:chExt cx="1643040" cy="304200"/>
          </a:xfrm>
          <a:solidFill>
            <a:schemeClr val="accent6"/>
          </a:solidFill>
        </p:grpSpPr>
        <p:sp>
          <p:nvSpPr>
            <p:cNvPr id="78" name="CustomShape 16">
              <a:extLst>
                <a:ext uri="{FF2B5EF4-FFF2-40B4-BE49-F238E27FC236}">
                  <a16:creationId xmlns:a16="http://schemas.microsoft.com/office/drawing/2014/main" id="{7D1C5E0D-70C7-46FC-A80B-FC9E0A3EE7BB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79" name="CustomShape 17">
              <a:extLst>
                <a:ext uri="{FF2B5EF4-FFF2-40B4-BE49-F238E27FC236}">
                  <a16:creationId xmlns:a16="http://schemas.microsoft.com/office/drawing/2014/main" id="{4E321752-B20F-4985-B5AB-16999901349E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Wiz = 0.5*4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0" name="Group 12">
            <a:extLst>
              <a:ext uri="{FF2B5EF4-FFF2-40B4-BE49-F238E27FC236}">
                <a16:creationId xmlns:a16="http://schemas.microsoft.com/office/drawing/2014/main" id="{CB273B87-C953-4620-A32C-532D8AA03243}"/>
              </a:ext>
            </a:extLst>
          </p:cNvPr>
          <p:cNvGrpSpPr/>
          <p:nvPr/>
        </p:nvGrpSpPr>
        <p:grpSpPr>
          <a:xfrm>
            <a:off x="6494040" y="6830319"/>
            <a:ext cx="2960100" cy="315265"/>
            <a:chOff x="6494040" y="3629520"/>
            <a:chExt cx="1643040" cy="4589640"/>
          </a:xfrm>
        </p:grpSpPr>
        <p:sp>
          <p:nvSpPr>
            <p:cNvPr id="81" name="CustomShape 13">
              <a:extLst>
                <a:ext uri="{FF2B5EF4-FFF2-40B4-BE49-F238E27FC236}">
                  <a16:creationId xmlns:a16="http://schemas.microsoft.com/office/drawing/2014/main" id="{97D323E8-E6C7-4FF3-B1E8-DD28F38D87C1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2" name="CustomShape 14">
              <a:extLst>
                <a:ext uri="{FF2B5EF4-FFF2-40B4-BE49-F238E27FC236}">
                  <a16:creationId xmlns:a16="http://schemas.microsoft.com/office/drawing/2014/main" id="{9DC0A2C8-16EE-47F2-AAA6-A48434ADE40E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Biz = 0.125*4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83" name="CustomShape 10">
            <a:extLst>
              <a:ext uri="{FF2B5EF4-FFF2-40B4-BE49-F238E27FC236}">
                <a16:creationId xmlns:a16="http://schemas.microsoft.com/office/drawing/2014/main" id="{D04A3E80-7550-4090-9714-0C209AB87107}"/>
              </a:ext>
            </a:extLst>
          </p:cNvPr>
          <p:cNvSpPr/>
          <p:nvPr/>
        </p:nvSpPr>
        <p:spPr>
          <a:xfrm>
            <a:off x="5526300" y="661008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0x15500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84" name="CustomShape 10">
            <a:extLst>
              <a:ext uri="{FF2B5EF4-FFF2-40B4-BE49-F238E27FC236}">
                <a16:creationId xmlns:a16="http://schemas.microsoft.com/office/drawing/2014/main" id="{108CE5A2-75C0-48D8-AAA9-E974AD48FD75}"/>
              </a:ext>
            </a:extLst>
          </p:cNvPr>
          <p:cNvSpPr/>
          <p:nvPr/>
        </p:nvSpPr>
        <p:spPr>
          <a:xfrm>
            <a:off x="5520060" y="703362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0x157</a:t>
            </a:r>
            <a:r>
              <a:rPr lang="en-US" altLang="zh-CN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53" name="Group 15">
            <a:extLst>
              <a:ext uri="{FF2B5EF4-FFF2-40B4-BE49-F238E27FC236}">
                <a16:creationId xmlns:a16="http://schemas.microsoft.com/office/drawing/2014/main" id="{8A18B3F6-9C74-4D0E-9A01-02C765E5B50F}"/>
              </a:ext>
            </a:extLst>
          </p:cNvPr>
          <p:cNvGrpSpPr/>
          <p:nvPr/>
        </p:nvGrpSpPr>
        <p:grpSpPr>
          <a:xfrm>
            <a:off x="6508793" y="7158383"/>
            <a:ext cx="2960807" cy="1354079"/>
            <a:chOff x="3652920" y="3623040"/>
            <a:chExt cx="1643040" cy="304200"/>
          </a:xfrm>
        </p:grpSpPr>
        <p:sp>
          <p:nvSpPr>
            <p:cNvPr id="54" name="CustomShape 16">
              <a:extLst>
                <a:ext uri="{FF2B5EF4-FFF2-40B4-BE49-F238E27FC236}">
                  <a16:creationId xmlns:a16="http://schemas.microsoft.com/office/drawing/2014/main" id="{BB8F5A28-1D2E-4732-8A06-3A896C694059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5" name="CustomShape 17">
              <a:extLst>
                <a:ext uri="{FF2B5EF4-FFF2-40B4-BE49-F238E27FC236}">
                  <a16:creationId xmlns:a16="http://schemas.microsoft.com/office/drawing/2014/main" id="{6F3D6726-AEFB-40AF-8355-A1ACD4C279AD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7E1F8ED1-2A48-4999-9434-322446ADA880}"/>
              </a:ext>
            </a:extLst>
          </p:cNvPr>
          <p:cNvGrpSpPr/>
          <p:nvPr/>
        </p:nvGrpSpPr>
        <p:grpSpPr>
          <a:xfrm>
            <a:off x="6524100" y="8521181"/>
            <a:ext cx="2960100" cy="315265"/>
            <a:chOff x="6494040" y="3629520"/>
            <a:chExt cx="1643040" cy="4589640"/>
          </a:xfrm>
        </p:grpSpPr>
        <p:sp>
          <p:nvSpPr>
            <p:cNvPr id="57" name="CustomShape 13">
              <a:extLst>
                <a:ext uri="{FF2B5EF4-FFF2-40B4-BE49-F238E27FC236}">
                  <a16:creationId xmlns:a16="http://schemas.microsoft.com/office/drawing/2014/main" id="{E391E4F7-5742-49A9-AB1D-8BBAEAC37C5B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59" name="CustomShape 14">
              <a:extLst>
                <a:ext uri="{FF2B5EF4-FFF2-40B4-BE49-F238E27FC236}">
                  <a16:creationId xmlns:a16="http://schemas.microsoft.com/office/drawing/2014/main" id="{BAF6DB99-AEA3-4B9C-8278-18392CFACD5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Bhz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0.125*4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64" name="CustomShape 10">
            <a:extLst>
              <a:ext uri="{FF2B5EF4-FFF2-40B4-BE49-F238E27FC236}">
                <a16:creationId xmlns:a16="http://schemas.microsoft.com/office/drawing/2014/main" id="{877C181E-06D0-4D3F-9FA5-087DE91824F2}"/>
              </a:ext>
            </a:extLst>
          </p:cNvPr>
          <p:cNvSpPr/>
          <p:nvPr/>
        </p:nvSpPr>
        <p:spPr>
          <a:xfrm>
            <a:off x="5526300" y="831009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0x19700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74" name="Group 15">
            <a:extLst>
              <a:ext uri="{FF2B5EF4-FFF2-40B4-BE49-F238E27FC236}">
                <a16:creationId xmlns:a16="http://schemas.microsoft.com/office/drawing/2014/main" id="{97C37084-02CD-4ACD-9B00-2EBA0AA68029}"/>
              </a:ext>
            </a:extLst>
          </p:cNvPr>
          <p:cNvGrpSpPr/>
          <p:nvPr/>
        </p:nvGrpSpPr>
        <p:grpSpPr>
          <a:xfrm>
            <a:off x="6524100" y="8843533"/>
            <a:ext cx="2960807" cy="470750"/>
            <a:chOff x="3652920" y="3623040"/>
            <a:chExt cx="1643040" cy="304200"/>
          </a:xfrm>
          <a:solidFill>
            <a:schemeClr val="accent6"/>
          </a:solidFill>
        </p:grpSpPr>
        <p:sp>
          <p:nvSpPr>
            <p:cNvPr id="75" name="CustomShape 16">
              <a:extLst>
                <a:ext uri="{FF2B5EF4-FFF2-40B4-BE49-F238E27FC236}">
                  <a16:creationId xmlns:a16="http://schemas.microsoft.com/office/drawing/2014/main" id="{2E61DAF7-AD02-4482-AE24-53EE83686DEA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0" name="CustomShape 17">
              <a:extLst>
                <a:ext uri="{FF2B5EF4-FFF2-40B4-BE49-F238E27FC236}">
                  <a16:creationId xmlns:a16="http://schemas.microsoft.com/office/drawing/2014/main" id="{79C514BB-B01C-4CE0-9F98-B35A72D44E5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Win = 0.5*4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91" name="Group 12">
            <a:extLst>
              <a:ext uri="{FF2B5EF4-FFF2-40B4-BE49-F238E27FC236}">
                <a16:creationId xmlns:a16="http://schemas.microsoft.com/office/drawing/2014/main" id="{92A03D06-357E-4CBB-B8ED-66B1890AFA0E}"/>
              </a:ext>
            </a:extLst>
          </p:cNvPr>
          <p:cNvGrpSpPr/>
          <p:nvPr/>
        </p:nvGrpSpPr>
        <p:grpSpPr>
          <a:xfrm>
            <a:off x="6517255" y="9309210"/>
            <a:ext cx="2960100" cy="315265"/>
            <a:chOff x="6494040" y="3629520"/>
            <a:chExt cx="1643040" cy="4589640"/>
          </a:xfrm>
        </p:grpSpPr>
        <p:sp>
          <p:nvSpPr>
            <p:cNvPr id="92" name="CustomShape 13">
              <a:extLst>
                <a:ext uri="{FF2B5EF4-FFF2-40B4-BE49-F238E27FC236}">
                  <a16:creationId xmlns:a16="http://schemas.microsoft.com/office/drawing/2014/main" id="{C132927F-525C-4087-A907-A636CBAF840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93" name="CustomShape 14">
              <a:extLst>
                <a:ext uri="{FF2B5EF4-FFF2-40B4-BE49-F238E27FC236}">
                  <a16:creationId xmlns:a16="http://schemas.microsoft.com/office/drawing/2014/main" id="{6D93B4C5-27DE-4937-B975-B9B1131463E7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Bin = 0.125*4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4" name="CustomShape 10">
            <a:extLst>
              <a:ext uri="{FF2B5EF4-FFF2-40B4-BE49-F238E27FC236}">
                <a16:creationId xmlns:a16="http://schemas.microsoft.com/office/drawing/2014/main" id="{6244946C-4AB3-4015-9272-F81DA3CB0235}"/>
              </a:ext>
            </a:extLst>
          </p:cNvPr>
          <p:cNvSpPr/>
          <p:nvPr/>
        </p:nvSpPr>
        <p:spPr>
          <a:xfrm>
            <a:off x="5533854" y="871882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0x19900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5" name="CustomShape 10">
            <a:extLst>
              <a:ext uri="{FF2B5EF4-FFF2-40B4-BE49-F238E27FC236}">
                <a16:creationId xmlns:a16="http://schemas.microsoft.com/office/drawing/2014/main" id="{5900033C-BB78-4F0C-8431-C34EB6167DF5}"/>
              </a:ext>
            </a:extLst>
          </p:cNvPr>
          <p:cNvSpPr/>
          <p:nvPr/>
        </p:nvSpPr>
        <p:spPr>
          <a:xfrm>
            <a:off x="5543962" y="9127560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0x1a100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6" name="CustomShape 10">
            <a:extLst>
              <a:ext uri="{FF2B5EF4-FFF2-40B4-BE49-F238E27FC236}">
                <a16:creationId xmlns:a16="http://schemas.microsoft.com/office/drawing/2014/main" id="{291CB2B3-5142-42A4-974E-F97DF4217CB5}"/>
              </a:ext>
            </a:extLst>
          </p:cNvPr>
          <p:cNvSpPr/>
          <p:nvPr/>
        </p:nvSpPr>
        <p:spPr>
          <a:xfrm>
            <a:off x="5554400" y="948973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0x1a300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6" name="Group 15">
            <a:extLst>
              <a:ext uri="{FF2B5EF4-FFF2-40B4-BE49-F238E27FC236}">
                <a16:creationId xmlns:a16="http://schemas.microsoft.com/office/drawing/2014/main" id="{35F20925-5B6E-4719-A2E5-22C6819E57B3}"/>
              </a:ext>
            </a:extLst>
          </p:cNvPr>
          <p:cNvGrpSpPr/>
          <p:nvPr/>
        </p:nvGrpSpPr>
        <p:grpSpPr>
          <a:xfrm>
            <a:off x="1907241" y="5861410"/>
            <a:ext cx="2960807" cy="293400"/>
            <a:chOff x="3652920" y="3623040"/>
            <a:chExt cx="1643040" cy="304200"/>
          </a:xfrm>
        </p:grpSpPr>
        <p:sp>
          <p:nvSpPr>
            <p:cNvPr id="107" name="CustomShape 16">
              <a:extLst>
                <a:ext uri="{FF2B5EF4-FFF2-40B4-BE49-F238E27FC236}">
                  <a16:creationId xmlns:a16="http://schemas.microsoft.com/office/drawing/2014/main" id="{CBE1D201-E4BE-4609-8678-AF62D8B58A2F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8" name="CustomShape 17">
              <a:extLst>
                <a:ext uri="{FF2B5EF4-FFF2-40B4-BE49-F238E27FC236}">
                  <a16:creationId xmlns:a16="http://schemas.microsoft.com/office/drawing/2014/main" id="{3CC67D31-9DC0-4C18-8B0C-F7D4CBB3D071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Zt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76" name="Group 15">
            <a:extLst>
              <a:ext uri="{FF2B5EF4-FFF2-40B4-BE49-F238E27FC236}">
                <a16:creationId xmlns:a16="http://schemas.microsoft.com/office/drawing/2014/main" id="{A1C3F45D-D694-4C94-81ED-7BEE68C72BD2}"/>
              </a:ext>
            </a:extLst>
          </p:cNvPr>
          <p:cNvGrpSpPr/>
          <p:nvPr/>
        </p:nvGrpSpPr>
        <p:grpSpPr>
          <a:xfrm>
            <a:off x="6516548" y="9640140"/>
            <a:ext cx="2960807" cy="1354079"/>
            <a:chOff x="3652920" y="3623040"/>
            <a:chExt cx="1643040" cy="304200"/>
          </a:xfrm>
        </p:grpSpPr>
        <p:sp>
          <p:nvSpPr>
            <p:cNvPr id="85" name="CustomShape 16">
              <a:extLst>
                <a:ext uri="{FF2B5EF4-FFF2-40B4-BE49-F238E27FC236}">
                  <a16:creationId xmlns:a16="http://schemas.microsoft.com/office/drawing/2014/main" id="{110440EA-3E98-4F84-B2A4-F4AEB37742D3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6" name="CustomShape 17">
              <a:extLst>
                <a:ext uri="{FF2B5EF4-FFF2-40B4-BE49-F238E27FC236}">
                  <a16:creationId xmlns:a16="http://schemas.microsoft.com/office/drawing/2014/main" id="{D6A126D4-465B-4938-BFEC-02B7862A530B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Whn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16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87" name="Group 12">
            <a:extLst>
              <a:ext uri="{FF2B5EF4-FFF2-40B4-BE49-F238E27FC236}">
                <a16:creationId xmlns:a16="http://schemas.microsoft.com/office/drawing/2014/main" id="{A070F152-BDDE-489F-B5C6-2DDA9173B62D}"/>
              </a:ext>
            </a:extLst>
          </p:cNvPr>
          <p:cNvGrpSpPr/>
          <p:nvPr/>
        </p:nvGrpSpPr>
        <p:grpSpPr>
          <a:xfrm>
            <a:off x="6531855" y="11002938"/>
            <a:ext cx="2960100" cy="315265"/>
            <a:chOff x="6494040" y="3629520"/>
            <a:chExt cx="1643040" cy="4589640"/>
          </a:xfrm>
        </p:grpSpPr>
        <p:sp>
          <p:nvSpPr>
            <p:cNvPr id="88" name="CustomShape 13">
              <a:extLst>
                <a:ext uri="{FF2B5EF4-FFF2-40B4-BE49-F238E27FC236}">
                  <a16:creationId xmlns:a16="http://schemas.microsoft.com/office/drawing/2014/main" id="{0B1FD009-E81F-4967-836E-453824A76F7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89" name="CustomShape 14">
              <a:extLst>
                <a:ext uri="{FF2B5EF4-FFF2-40B4-BE49-F238E27FC236}">
                  <a16:creationId xmlns:a16="http://schemas.microsoft.com/office/drawing/2014/main" id="{5498652C-65DA-41B1-81CE-5AD24FEB23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Bhn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0.125*4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97" name="CustomShape 10">
            <a:extLst>
              <a:ext uri="{FF2B5EF4-FFF2-40B4-BE49-F238E27FC236}">
                <a16:creationId xmlns:a16="http://schemas.microsoft.com/office/drawing/2014/main" id="{8ABBCA57-41CB-4E7A-A2FB-172C91365691}"/>
              </a:ext>
            </a:extLst>
          </p:cNvPr>
          <p:cNvSpPr/>
          <p:nvPr/>
        </p:nvSpPr>
        <p:spPr>
          <a:xfrm>
            <a:off x="5543962" y="10784632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0x1e300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98" name="CustomShape 10">
            <a:extLst>
              <a:ext uri="{FF2B5EF4-FFF2-40B4-BE49-F238E27FC236}">
                <a16:creationId xmlns:a16="http://schemas.microsoft.com/office/drawing/2014/main" id="{9A416310-9C92-4AC4-B4CD-904A51BC9AF0}"/>
              </a:ext>
            </a:extLst>
          </p:cNvPr>
          <p:cNvSpPr/>
          <p:nvPr/>
        </p:nvSpPr>
        <p:spPr>
          <a:xfrm>
            <a:off x="5569233" y="1114620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0x1e500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99" name="Group 12">
            <a:extLst>
              <a:ext uri="{FF2B5EF4-FFF2-40B4-BE49-F238E27FC236}">
                <a16:creationId xmlns:a16="http://schemas.microsoft.com/office/drawing/2014/main" id="{91A2A7B0-E753-4125-A6BE-5AB6B013370B}"/>
              </a:ext>
            </a:extLst>
          </p:cNvPr>
          <p:cNvGrpSpPr/>
          <p:nvPr/>
        </p:nvGrpSpPr>
        <p:grpSpPr>
          <a:xfrm>
            <a:off x="1914795" y="5559281"/>
            <a:ext cx="2960100" cy="293173"/>
            <a:chOff x="6494040" y="3629520"/>
            <a:chExt cx="1643040" cy="4589640"/>
          </a:xfrm>
        </p:grpSpPr>
        <p:sp>
          <p:nvSpPr>
            <p:cNvPr id="100" name="CustomShape 13">
              <a:extLst>
                <a:ext uri="{FF2B5EF4-FFF2-40B4-BE49-F238E27FC236}">
                  <a16:creationId xmlns:a16="http://schemas.microsoft.com/office/drawing/2014/main" id="{A18AE06F-AC09-45D3-A498-693605489249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1" name="CustomShape 14">
              <a:extLst>
                <a:ext uri="{FF2B5EF4-FFF2-40B4-BE49-F238E27FC236}">
                  <a16:creationId xmlns:a16="http://schemas.microsoft.com/office/drawing/2014/main" id="{A22B714A-2A09-4E6B-BEB3-58E4C6A04A26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Nt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09" name="CustomShape 10">
            <a:extLst>
              <a:ext uri="{FF2B5EF4-FFF2-40B4-BE49-F238E27FC236}">
                <a16:creationId xmlns:a16="http://schemas.microsoft.com/office/drawing/2014/main" id="{AEA83E81-C281-4F14-8A61-45CB74706FF4}"/>
              </a:ext>
            </a:extLst>
          </p:cNvPr>
          <p:cNvSpPr/>
          <p:nvPr/>
        </p:nvSpPr>
        <p:spPr>
          <a:xfrm>
            <a:off x="918662" y="605613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0x0960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03" name="Group 12">
            <a:extLst>
              <a:ext uri="{FF2B5EF4-FFF2-40B4-BE49-F238E27FC236}">
                <a16:creationId xmlns:a16="http://schemas.microsoft.com/office/drawing/2014/main" id="{9D876215-BCA8-46FA-B808-1E754B267D5B}"/>
              </a:ext>
            </a:extLst>
          </p:cNvPr>
          <p:cNvGrpSpPr/>
          <p:nvPr/>
        </p:nvGrpSpPr>
        <p:grpSpPr>
          <a:xfrm>
            <a:off x="1906534" y="6159996"/>
            <a:ext cx="2960100" cy="293173"/>
            <a:chOff x="6494040" y="3629520"/>
            <a:chExt cx="1643040" cy="4589640"/>
          </a:xfrm>
        </p:grpSpPr>
        <p:sp>
          <p:nvSpPr>
            <p:cNvPr id="104" name="CustomShape 13">
              <a:extLst>
                <a:ext uri="{FF2B5EF4-FFF2-40B4-BE49-F238E27FC236}">
                  <a16:creationId xmlns:a16="http://schemas.microsoft.com/office/drawing/2014/main" id="{03E1FE5C-8FCE-4694-9328-FD5B05F51BA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05" name="CustomShape 14">
              <a:extLst>
                <a:ext uri="{FF2B5EF4-FFF2-40B4-BE49-F238E27FC236}">
                  <a16:creationId xmlns:a16="http://schemas.microsoft.com/office/drawing/2014/main" id="{01F9C2A5-574E-450D-BF10-E5CF31570FF9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GRU11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02" name="Group 12">
            <a:extLst>
              <a:ext uri="{FF2B5EF4-FFF2-40B4-BE49-F238E27FC236}">
                <a16:creationId xmlns:a16="http://schemas.microsoft.com/office/drawing/2014/main" id="{6E8BB40E-6730-4317-B3BF-EB86A9B2F736}"/>
              </a:ext>
            </a:extLst>
          </p:cNvPr>
          <p:cNvGrpSpPr/>
          <p:nvPr/>
        </p:nvGrpSpPr>
        <p:grpSpPr>
          <a:xfrm>
            <a:off x="1914795" y="4547453"/>
            <a:ext cx="2960100" cy="546669"/>
            <a:chOff x="6494040" y="3629520"/>
            <a:chExt cx="1643040" cy="4589640"/>
          </a:xfrm>
        </p:grpSpPr>
        <p:sp>
          <p:nvSpPr>
            <p:cNvPr id="110" name="CustomShape 13">
              <a:extLst>
                <a:ext uri="{FF2B5EF4-FFF2-40B4-BE49-F238E27FC236}">
                  <a16:creationId xmlns:a16="http://schemas.microsoft.com/office/drawing/2014/main" id="{7CF915F6-9155-41D1-9434-044B4E391717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1" name="CustomShape 14">
              <a:extLst>
                <a:ext uri="{FF2B5EF4-FFF2-40B4-BE49-F238E27FC236}">
                  <a16:creationId xmlns:a16="http://schemas.microsoft.com/office/drawing/2014/main" id="{CB31C90F-127E-40E7-9F09-460702047C4F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GRU13 = 0.5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12" name="Group 15">
            <a:extLst>
              <a:ext uri="{FF2B5EF4-FFF2-40B4-BE49-F238E27FC236}">
                <a16:creationId xmlns:a16="http://schemas.microsoft.com/office/drawing/2014/main" id="{84454EF7-8052-4557-83BB-9AAF7BDE6845}"/>
              </a:ext>
            </a:extLst>
          </p:cNvPr>
          <p:cNvGrpSpPr/>
          <p:nvPr/>
        </p:nvGrpSpPr>
        <p:grpSpPr>
          <a:xfrm>
            <a:off x="1906534" y="5103522"/>
            <a:ext cx="2960807" cy="470750"/>
            <a:chOff x="3652920" y="3623040"/>
            <a:chExt cx="1643040" cy="304200"/>
          </a:xfrm>
        </p:grpSpPr>
        <p:sp>
          <p:nvSpPr>
            <p:cNvPr id="113" name="CustomShape 16">
              <a:extLst>
                <a:ext uri="{FF2B5EF4-FFF2-40B4-BE49-F238E27FC236}">
                  <a16:creationId xmlns:a16="http://schemas.microsoft.com/office/drawing/2014/main" id="{3EBAA41D-A441-4CC1-8B5C-BBD66207ADCC}"/>
                </a:ext>
              </a:extLst>
            </p:cNvPr>
            <p:cNvSpPr/>
            <p:nvPr/>
          </p:nvSpPr>
          <p:spPr>
            <a:xfrm>
              <a:off x="3652920" y="3623040"/>
              <a:ext cx="1643040" cy="304200"/>
            </a:xfrm>
            <a:prstGeom prst="rect">
              <a:avLst/>
            </a:prstGeom>
            <a:solidFill>
              <a:srgbClr val="FFFC66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4" name="CustomShape 17">
              <a:extLst>
                <a:ext uri="{FF2B5EF4-FFF2-40B4-BE49-F238E27FC236}">
                  <a16:creationId xmlns:a16="http://schemas.microsoft.com/office/drawing/2014/main" id="{E0D04B95-2287-42F8-9992-00D2E547E2F9}"/>
                </a:ext>
              </a:extLst>
            </p:cNvPr>
            <p:cNvSpPr/>
            <p:nvPr/>
          </p:nvSpPr>
          <p:spPr>
            <a:xfrm>
              <a:off x="3698640" y="3638520"/>
              <a:ext cx="1551600" cy="2833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Buffer = 0.5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31" name="CustomShape 10">
            <a:extLst>
              <a:ext uri="{FF2B5EF4-FFF2-40B4-BE49-F238E27FC236}">
                <a16:creationId xmlns:a16="http://schemas.microsoft.com/office/drawing/2014/main" id="{D183797B-F35D-4AC6-979D-43E3C705439C}"/>
              </a:ext>
            </a:extLst>
          </p:cNvPr>
          <p:cNvSpPr/>
          <p:nvPr/>
        </p:nvSpPr>
        <p:spPr>
          <a:xfrm>
            <a:off x="5583022" y="11632238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0x1e600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33" name="Group 12">
            <a:extLst>
              <a:ext uri="{FF2B5EF4-FFF2-40B4-BE49-F238E27FC236}">
                <a16:creationId xmlns:a16="http://schemas.microsoft.com/office/drawing/2014/main" id="{CB1F04CB-351B-4896-B7AA-C37C7E3BD010}"/>
              </a:ext>
            </a:extLst>
          </p:cNvPr>
          <p:cNvGrpSpPr/>
          <p:nvPr/>
        </p:nvGrpSpPr>
        <p:grpSpPr>
          <a:xfrm>
            <a:off x="18789103" y="11533085"/>
            <a:ext cx="2960100" cy="367857"/>
            <a:chOff x="6494040" y="3629500"/>
            <a:chExt cx="1643040" cy="7669749"/>
          </a:xfrm>
          <a:solidFill>
            <a:srgbClr val="FFFF00"/>
          </a:solidFill>
        </p:grpSpPr>
        <p:sp>
          <p:nvSpPr>
            <p:cNvPr id="134" name="CustomShape 13">
              <a:extLst>
                <a:ext uri="{FF2B5EF4-FFF2-40B4-BE49-F238E27FC236}">
                  <a16:creationId xmlns:a16="http://schemas.microsoft.com/office/drawing/2014/main" id="{5465085D-577C-48EF-B98D-650BD22DAB29}"/>
                </a:ext>
              </a:extLst>
            </p:cNvPr>
            <p:cNvSpPr/>
            <p:nvPr/>
          </p:nvSpPr>
          <p:spPr>
            <a:xfrm>
              <a:off x="6494040" y="3629500"/>
              <a:ext cx="1643040" cy="766974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5" name="CustomShape 14">
              <a:extLst>
                <a:ext uri="{FF2B5EF4-FFF2-40B4-BE49-F238E27FC236}">
                  <a16:creationId xmlns:a16="http://schemas.microsoft.com/office/drawing/2014/main" id="{3F768E78-3711-4252-A70E-1DFC263F91AD}"/>
                </a:ext>
              </a:extLst>
            </p:cNvPr>
            <p:cNvSpPr/>
            <p:nvPr/>
          </p:nvSpPr>
          <p:spPr>
            <a:xfrm>
              <a:off x="6539760" y="5914441"/>
              <a:ext cx="1551600" cy="230471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Ht_back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=0.125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36" name="CustomShape 10">
            <a:extLst>
              <a:ext uri="{FF2B5EF4-FFF2-40B4-BE49-F238E27FC236}">
                <a16:creationId xmlns:a16="http://schemas.microsoft.com/office/drawing/2014/main" id="{0C9FC33B-5D2D-488C-BD6B-511FF8F09533}"/>
              </a:ext>
            </a:extLst>
          </p:cNvPr>
          <p:cNvSpPr/>
          <p:nvPr/>
        </p:nvSpPr>
        <p:spPr>
          <a:xfrm>
            <a:off x="10424740" y="11318203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</a:t>
            </a:r>
            <a:r>
              <a:rPr lang="en-US" spc="-1" dirty="0">
                <a:solidFill>
                  <a:srgbClr val="000000"/>
                </a:solidFill>
                <a:latin typeface="等线"/>
                <a:ea typeface="等线"/>
              </a:rPr>
              <a:t>x1ed80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381DFF1-A058-4F63-B648-80B0B2D6F34F}"/>
              </a:ext>
            </a:extLst>
          </p:cNvPr>
          <p:cNvSpPr txBox="1"/>
          <p:nvPr/>
        </p:nvSpPr>
        <p:spPr>
          <a:xfrm>
            <a:off x="2898624" y="12583517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正向的</a:t>
            </a: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1C93483-A220-40B0-A227-6E3DD4F6FDF5}"/>
              </a:ext>
            </a:extLst>
          </p:cNvPr>
          <p:cNvSpPr txBox="1"/>
          <p:nvPr/>
        </p:nvSpPr>
        <p:spPr>
          <a:xfrm>
            <a:off x="12288803" y="1245169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反向的</a:t>
            </a:r>
          </a:p>
        </p:txBody>
      </p:sp>
      <p:sp>
        <p:nvSpPr>
          <p:cNvPr id="138" name="CustomShape 10">
            <a:extLst>
              <a:ext uri="{FF2B5EF4-FFF2-40B4-BE49-F238E27FC236}">
                <a16:creationId xmlns:a16="http://schemas.microsoft.com/office/drawing/2014/main" id="{0183D7BC-88E3-49A7-8B1C-B3D1E7FA2189}"/>
              </a:ext>
            </a:extLst>
          </p:cNvPr>
          <p:cNvSpPr/>
          <p:nvPr/>
        </p:nvSpPr>
        <p:spPr>
          <a:xfrm>
            <a:off x="17777508" y="1143999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39" name="CustomShape 10">
            <a:extLst>
              <a:ext uri="{FF2B5EF4-FFF2-40B4-BE49-F238E27FC236}">
                <a16:creationId xmlns:a16="http://schemas.microsoft.com/office/drawing/2014/main" id="{8625715A-E852-4EBA-80C1-6FE031A80025}"/>
              </a:ext>
            </a:extLst>
          </p:cNvPr>
          <p:cNvSpPr/>
          <p:nvPr/>
        </p:nvSpPr>
        <p:spPr>
          <a:xfrm>
            <a:off x="17755754" y="1109394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0x1ff00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40" name="Group 12">
            <a:extLst>
              <a:ext uri="{FF2B5EF4-FFF2-40B4-BE49-F238E27FC236}">
                <a16:creationId xmlns:a16="http://schemas.microsoft.com/office/drawing/2014/main" id="{856C5ACE-077B-441D-BBA1-CAF31F2E1F39}"/>
              </a:ext>
            </a:extLst>
          </p:cNvPr>
          <p:cNvGrpSpPr/>
          <p:nvPr/>
        </p:nvGrpSpPr>
        <p:grpSpPr>
          <a:xfrm>
            <a:off x="14177425" y="11135628"/>
            <a:ext cx="2960100" cy="367857"/>
            <a:chOff x="6494040" y="3629520"/>
            <a:chExt cx="1643040" cy="4589640"/>
          </a:xfrm>
        </p:grpSpPr>
        <p:sp>
          <p:nvSpPr>
            <p:cNvPr id="141" name="CustomShape 13">
              <a:extLst>
                <a:ext uri="{FF2B5EF4-FFF2-40B4-BE49-F238E27FC236}">
                  <a16:creationId xmlns:a16="http://schemas.microsoft.com/office/drawing/2014/main" id="{306AA57D-904A-4846-82B9-C202F3F979F3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42" name="CustomShape 14">
              <a:extLst>
                <a:ext uri="{FF2B5EF4-FFF2-40B4-BE49-F238E27FC236}">
                  <a16:creationId xmlns:a16="http://schemas.microsoft.com/office/drawing/2014/main" id="{B36919D0-2FEC-4A4F-80B6-8C1BCA68C6C2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43" name="Group 12">
            <a:extLst>
              <a:ext uri="{FF2B5EF4-FFF2-40B4-BE49-F238E27FC236}">
                <a16:creationId xmlns:a16="http://schemas.microsoft.com/office/drawing/2014/main" id="{2B271E72-B836-48C7-88C1-761A267A90C0}"/>
              </a:ext>
            </a:extLst>
          </p:cNvPr>
          <p:cNvGrpSpPr/>
          <p:nvPr/>
        </p:nvGrpSpPr>
        <p:grpSpPr>
          <a:xfrm>
            <a:off x="14165550" y="11533085"/>
            <a:ext cx="2960100" cy="367857"/>
            <a:chOff x="6494040" y="3629500"/>
            <a:chExt cx="1643040" cy="7669749"/>
          </a:xfrm>
          <a:solidFill>
            <a:srgbClr val="FFFF00"/>
          </a:solidFill>
        </p:grpSpPr>
        <p:sp>
          <p:nvSpPr>
            <p:cNvPr id="144" name="CustomShape 13">
              <a:extLst>
                <a:ext uri="{FF2B5EF4-FFF2-40B4-BE49-F238E27FC236}">
                  <a16:creationId xmlns:a16="http://schemas.microsoft.com/office/drawing/2014/main" id="{18399DD4-95F1-45C4-9B83-F90538AF4B28}"/>
                </a:ext>
              </a:extLst>
            </p:cNvPr>
            <p:cNvSpPr/>
            <p:nvPr/>
          </p:nvSpPr>
          <p:spPr>
            <a:xfrm>
              <a:off x="6494040" y="3629500"/>
              <a:ext cx="1643040" cy="766974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45" name="CustomShape 14">
              <a:extLst>
                <a:ext uri="{FF2B5EF4-FFF2-40B4-BE49-F238E27FC236}">
                  <a16:creationId xmlns:a16="http://schemas.microsoft.com/office/drawing/2014/main" id="{43255B1B-A1CC-4844-9CCA-76850F12BD20}"/>
                </a:ext>
              </a:extLst>
            </p:cNvPr>
            <p:cNvSpPr/>
            <p:nvPr/>
          </p:nvSpPr>
          <p:spPr>
            <a:xfrm>
              <a:off x="6539760" y="5914441"/>
              <a:ext cx="1551600" cy="230471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Ht-1_back=0.125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46" name="CustomShape 10">
            <a:extLst>
              <a:ext uri="{FF2B5EF4-FFF2-40B4-BE49-F238E27FC236}">
                <a16:creationId xmlns:a16="http://schemas.microsoft.com/office/drawing/2014/main" id="{7A1EA891-C786-4886-B9E9-4DE334A2AB04}"/>
              </a:ext>
            </a:extLst>
          </p:cNvPr>
          <p:cNvSpPr/>
          <p:nvPr/>
        </p:nvSpPr>
        <p:spPr>
          <a:xfrm>
            <a:off x="13153955" y="1143999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0xff80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7" name="CustomShape 10">
            <a:extLst>
              <a:ext uri="{FF2B5EF4-FFF2-40B4-BE49-F238E27FC236}">
                <a16:creationId xmlns:a16="http://schemas.microsoft.com/office/drawing/2014/main" id="{60CF0602-D5C5-40B7-B667-5DDA6561AE96}"/>
              </a:ext>
            </a:extLst>
          </p:cNvPr>
          <p:cNvSpPr/>
          <p:nvPr/>
        </p:nvSpPr>
        <p:spPr>
          <a:xfrm>
            <a:off x="13132201" y="1109394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0xff00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7" name="右大括号 6">
            <a:extLst>
              <a:ext uri="{FF2B5EF4-FFF2-40B4-BE49-F238E27FC236}">
                <a16:creationId xmlns:a16="http://schemas.microsoft.com/office/drawing/2014/main" id="{FB13119A-919F-4C56-9665-485E503BDCF5}"/>
              </a:ext>
            </a:extLst>
          </p:cNvPr>
          <p:cNvSpPr/>
          <p:nvPr/>
        </p:nvSpPr>
        <p:spPr>
          <a:xfrm rot="16200000">
            <a:off x="17141157" y="7358682"/>
            <a:ext cx="1229194" cy="427351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FC6078-2481-4691-B230-3BE8BB27B170}"/>
              </a:ext>
            </a:extLst>
          </p:cNvPr>
          <p:cNvSpPr txBox="1"/>
          <p:nvPr/>
        </p:nvSpPr>
        <p:spPr>
          <a:xfrm>
            <a:off x="17137525" y="7401504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交换一下位置</a:t>
            </a:r>
          </a:p>
        </p:txBody>
      </p:sp>
      <p:grpSp>
        <p:nvGrpSpPr>
          <p:cNvPr id="115" name="Group 12">
            <a:extLst>
              <a:ext uri="{FF2B5EF4-FFF2-40B4-BE49-F238E27FC236}">
                <a16:creationId xmlns:a16="http://schemas.microsoft.com/office/drawing/2014/main" id="{C3F38D92-F845-487E-AEAB-FA5BC38B5483}"/>
              </a:ext>
            </a:extLst>
          </p:cNvPr>
          <p:cNvGrpSpPr/>
          <p:nvPr/>
        </p:nvGrpSpPr>
        <p:grpSpPr>
          <a:xfrm>
            <a:off x="13675405" y="2385449"/>
            <a:ext cx="2960100" cy="367857"/>
            <a:chOff x="6494040" y="3629520"/>
            <a:chExt cx="1643040" cy="4589640"/>
          </a:xfrm>
        </p:grpSpPr>
        <p:sp>
          <p:nvSpPr>
            <p:cNvPr id="116" name="CustomShape 13">
              <a:extLst>
                <a:ext uri="{FF2B5EF4-FFF2-40B4-BE49-F238E27FC236}">
                  <a16:creationId xmlns:a16="http://schemas.microsoft.com/office/drawing/2014/main" id="{097350E2-71A2-41F4-980E-F4CE1386CA9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18" name="CustomShape 14">
              <a:extLst>
                <a:ext uri="{FF2B5EF4-FFF2-40B4-BE49-F238E27FC236}">
                  <a16:creationId xmlns:a16="http://schemas.microsoft.com/office/drawing/2014/main" id="{FC4D9097-8FAE-4748-AC68-A7EF9EAAEE2D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t-1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19" name="Group 12">
            <a:extLst>
              <a:ext uri="{FF2B5EF4-FFF2-40B4-BE49-F238E27FC236}">
                <a16:creationId xmlns:a16="http://schemas.microsoft.com/office/drawing/2014/main" id="{062A155A-635B-48FA-B504-948D0EA42AF7}"/>
              </a:ext>
            </a:extLst>
          </p:cNvPr>
          <p:cNvGrpSpPr/>
          <p:nvPr/>
        </p:nvGrpSpPr>
        <p:grpSpPr>
          <a:xfrm>
            <a:off x="13675405" y="2909910"/>
            <a:ext cx="2960100" cy="367857"/>
            <a:chOff x="6494040" y="3629500"/>
            <a:chExt cx="1643040" cy="7669749"/>
          </a:xfrm>
          <a:solidFill>
            <a:srgbClr val="FFFF00"/>
          </a:solidFill>
        </p:grpSpPr>
        <p:sp>
          <p:nvSpPr>
            <p:cNvPr id="120" name="CustomShape 13">
              <a:extLst>
                <a:ext uri="{FF2B5EF4-FFF2-40B4-BE49-F238E27FC236}">
                  <a16:creationId xmlns:a16="http://schemas.microsoft.com/office/drawing/2014/main" id="{DAD817DC-BA1F-4D26-B423-5D71449050F8}"/>
                </a:ext>
              </a:extLst>
            </p:cNvPr>
            <p:cNvSpPr/>
            <p:nvPr/>
          </p:nvSpPr>
          <p:spPr>
            <a:xfrm>
              <a:off x="6494040" y="3629500"/>
              <a:ext cx="1643040" cy="766974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21" name="CustomShape 14">
              <a:extLst>
                <a:ext uri="{FF2B5EF4-FFF2-40B4-BE49-F238E27FC236}">
                  <a16:creationId xmlns:a16="http://schemas.microsoft.com/office/drawing/2014/main" id="{E59FC280-3914-4167-AEAD-003FBB3336D5}"/>
                </a:ext>
              </a:extLst>
            </p:cNvPr>
            <p:cNvSpPr/>
            <p:nvPr/>
          </p:nvSpPr>
          <p:spPr>
            <a:xfrm>
              <a:off x="6539760" y="5914441"/>
              <a:ext cx="1551600" cy="230471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Ht-1_back=0.125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32" name="CustomShape 10">
            <a:extLst>
              <a:ext uri="{FF2B5EF4-FFF2-40B4-BE49-F238E27FC236}">
                <a16:creationId xmlns:a16="http://schemas.microsoft.com/office/drawing/2014/main" id="{5CD596DC-1A01-4546-A7D8-C413561E0B12}"/>
              </a:ext>
            </a:extLst>
          </p:cNvPr>
          <p:cNvSpPr/>
          <p:nvPr/>
        </p:nvSpPr>
        <p:spPr>
          <a:xfrm>
            <a:off x="12846144" y="2816816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0x1ff70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48" name="CustomShape 10">
            <a:extLst>
              <a:ext uri="{FF2B5EF4-FFF2-40B4-BE49-F238E27FC236}">
                <a16:creationId xmlns:a16="http://schemas.microsoft.com/office/drawing/2014/main" id="{9B34E9DD-7493-4B80-B49F-6A63E8DC04C1}"/>
              </a:ext>
            </a:extLst>
          </p:cNvPr>
          <p:cNvSpPr/>
          <p:nvPr/>
        </p:nvSpPr>
        <p:spPr>
          <a:xfrm>
            <a:off x="12846144" y="2278709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0x1fee0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49" name="Group 12">
            <a:extLst>
              <a:ext uri="{FF2B5EF4-FFF2-40B4-BE49-F238E27FC236}">
                <a16:creationId xmlns:a16="http://schemas.microsoft.com/office/drawing/2014/main" id="{E0854214-74EC-4949-BE0D-25FC77C431BB}"/>
              </a:ext>
            </a:extLst>
          </p:cNvPr>
          <p:cNvGrpSpPr/>
          <p:nvPr/>
        </p:nvGrpSpPr>
        <p:grpSpPr>
          <a:xfrm>
            <a:off x="13675405" y="2784923"/>
            <a:ext cx="2960100" cy="94269"/>
            <a:chOff x="6494040" y="3629500"/>
            <a:chExt cx="1643040" cy="7669749"/>
          </a:xfrm>
          <a:solidFill>
            <a:schemeClr val="accent2"/>
          </a:solidFill>
        </p:grpSpPr>
        <p:sp>
          <p:nvSpPr>
            <p:cNvPr id="150" name="CustomShape 13">
              <a:extLst>
                <a:ext uri="{FF2B5EF4-FFF2-40B4-BE49-F238E27FC236}">
                  <a16:creationId xmlns:a16="http://schemas.microsoft.com/office/drawing/2014/main" id="{CF03BF6E-961B-499F-8074-5C97E07C3F52}"/>
                </a:ext>
              </a:extLst>
            </p:cNvPr>
            <p:cNvSpPr/>
            <p:nvPr/>
          </p:nvSpPr>
          <p:spPr>
            <a:xfrm>
              <a:off x="6494040" y="3629500"/>
              <a:ext cx="1643040" cy="766974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51" name="CustomShape 14">
              <a:extLst>
                <a:ext uri="{FF2B5EF4-FFF2-40B4-BE49-F238E27FC236}">
                  <a16:creationId xmlns:a16="http://schemas.microsoft.com/office/drawing/2014/main" id="{9F18F142-AF08-4E62-8836-B528FE19E0D1}"/>
                </a:ext>
              </a:extLst>
            </p:cNvPr>
            <p:cNvSpPr/>
            <p:nvPr/>
          </p:nvSpPr>
          <p:spPr>
            <a:xfrm>
              <a:off x="6539760" y="5914441"/>
              <a:ext cx="1551600" cy="230471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127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52" name="Group 12">
            <a:extLst>
              <a:ext uri="{FF2B5EF4-FFF2-40B4-BE49-F238E27FC236}">
                <a16:creationId xmlns:a16="http://schemas.microsoft.com/office/drawing/2014/main" id="{001BB899-2C4B-4C9F-922C-01A99BD8327E}"/>
              </a:ext>
            </a:extLst>
          </p:cNvPr>
          <p:cNvGrpSpPr/>
          <p:nvPr/>
        </p:nvGrpSpPr>
        <p:grpSpPr>
          <a:xfrm>
            <a:off x="13675405" y="3310562"/>
            <a:ext cx="2960100" cy="94269"/>
            <a:chOff x="6494040" y="3629500"/>
            <a:chExt cx="1643040" cy="7669749"/>
          </a:xfrm>
          <a:solidFill>
            <a:schemeClr val="accent2"/>
          </a:solidFill>
        </p:grpSpPr>
        <p:sp>
          <p:nvSpPr>
            <p:cNvPr id="153" name="CustomShape 13">
              <a:extLst>
                <a:ext uri="{FF2B5EF4-FFF2-40B4-BE49-F238E27FC236}">
                  <a16:creationId xmlns:a16="http://schemas.microsoft.com/office/drawing/2014/main" id="{BC61BD39-52E7-41DD-810F-4A641B6AD158}"/>
                </a:ext>
              </a:extLst>
            </p:cNvPr>
            <p:cNvSpPr/>
            <p:nvPr/>
          </p:nvSpPr>
          <p:spPr>
            <a:xfrm>
              <a:off x="6494040" y="3629500"/>
              <a:ext cx="1643040" cy="766974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54" name="CustomShape 14">
              <a:extLst>
                <a:ext uri="{FF2B5EF4-FFF2-40B4-BE49-F238E27FC236}">
                  <a16:creationId xmlns:a16="http://schemas.microsoft.com/office/drawing/2014/main" id="{F182408F-FA8D-4AA4-B9E1-8A3B161D0252}"/>
                </a:ext>
              </a:extLst>
            </p:cNvPr>
            <p:cNvSpPr/>
            <p:nvPr/>
          </p:nvSpPr>
          <p:spPr>
            <a:xfrm>
              <a:off x="6539760" y="5914441"/>
              <a:ext cx="1551600" cy="230471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127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3" name="箭头: 下 2">
            <a:extLst>
              <a:ext uri="{FF2B5EF4-FFF2-40B4-BE49-F238E27FC236}">
                <a16:creationId xmlns:a16="http://schemas.microsoft.com/office/drawing/2014/main" id="{6A3B022F-2A3E-43BF-839B-C4B8C1B059CD}"/>
              </a:ext>
            </a:extLst>
          </p:cNvPr>
          <p:cNvSpPr/>
          <p:nvPr/>
        </p:nvSpPr>
        <p:spPr>
          <a:xfrm rot="10800000">
            <a:off x="17137525" y="4725520"/>
            <a:ext cx="895150" cy="19742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5" name="Group 12">
            <a:extLst>
              <a:ext uri="{FF2B5EF4-FFF2-40B4-BE49-F238E27FC236}">
                <a16:creationId xmlns:a16="http://schemas.microsoft.com/office/drawing/2014/main" id="{405C4E0A-FED0-4E38-A850-DD74AEFC6F05}"/>
              </a:ext>
            </a:extLst>
          </p:cNvPr>
          <p:cNvGrpSpPr/>
          <p:nvPr/>
        </p:nvGrpSpPr>
        <p:grpSpPr>
          <a:xfrm>
            <a:off x="18266655" y="2368704"/>
            <a:ext cx="2960100" cy="367857"/>
            <a:chOff x="6494040" y="3629520"/>
            <a:chExt cx="1643040" cy="4589640"/>
          </a:xfrm>
        </p:grpSpPr>
        <p:sp>
          <p:nvSpPr>
            <p:cNvPr id="156" name="CustomShape 13">
              <a:extLst>
                <a:ext uri="{FF2B5EF4-FFF2-40B4-BE49-F238E27FC236}">
                  <a16:creationId xmlns:a16="http://schemas.microsoft.com/office/drawing/2014/main" id="{871E9845-7F3A-4298-8409-9A052D72BAA5}"/>
                </a:ext>
              </a:extLst>
            </p:cNvPr>
            <p:cNvSpPr/>
            <p:nvPr/>
          </p:nvSpPr>
          <p:spPr>
            <a:xfrm>
              <a:off x="6494040" y="3629520"/>
              <a:ext cx="1643040" cy="4589640"/>
            </a:xfrm>
            <a:prstGeom prst="rect">
              <a:avLst/>
            </a:prstGeom>
            <a:solidFill>
              <a:srgbClr val="BDD7EE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57" name="CustomShape 14">
              <a:extLst>
                <a:ext uri="{FF2B5EF4-FFF2-40B4-BE49-F238E27FC236}">
                  <a16:creationId xmlns:a16="http://schemas.microsoft.com/office/drawing/2014/main" id="{08E267CE-2F28-4873-ADB3-B5E6D8E093EF}"/>
                </a:ext>
              </a:extLst>
            </p:cNvPr>
            <p:cNvSpPr/>
            <p:nvPr/>
          </p:nvSpPr>
          <p:spPr>
            <a:xfrm>
              <a:off x="6539760" y="4772160"/>
              <a:ext cx="1551600" cy="2304720"/>
            </a:xfrm>
            <a:prstGeom prst="rect">
              <a:avLst/>
            </a:prstGeom>
            <a:no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H</a:t>
              </a:r>
              <a:r>
                <a:rPr lang="en-US" b="1" strike="noStrike" spc="-1" dirty="0" err="1">
                  <a:solidFill>
                    <a:srgbClr val="000000"/>
                  </a:solidFill>
                  <a:latin typeface="等线"/>
                  <a:ea typeface="等线"/>
                </a:rPr>
                <a:t>t</a:t>
              </a:r>
              <a:r>
                <a:rPr lang="en-US" b="1" strike="noStrike" spc="-1" dirty="0">
                  <a:solidFill>
                    <a:srgbClr val="000000"/>
                  </a:solidFill>
                  <a:latin typeface="等线"/>
                  <a:ea typeface="等线"/>
                </a:rPr>
                <a:t> = 0.125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58" name="Group 12">
            <a:extLst>
              <a:ext uri="{FF2B5EF4-FFF2-40B4-BE49-F238E27FC236}">
                <a16:creationId xmlns:a16="http://schemas.microsoft.com/office/drawing/2014/main" id="{E9D33D02-18BF-429D-B0E2-CA151A6ABA79}"/>
              </a:ext>
            </a:extLst>
          </p:cNvPr>
          <p:cNvGrpSpPr/>
          <p:nvPr/>
        </p:nvGrpSpPr>
        <p:grpSpPr>
          <a:xfrm>
            <a:off x="18266655" y="2893165"/>
            <a:ext cx="2960100" cy="367857"/>
            <a:chOff x="6494040" y="3629500"/>
            <a:chExt cx="1643040" cy="7669749"/>
          </a:xfrm>
          <a:solidFill>
            <a:srgbClr val="FFFF00"/>
          </a:solidFill>
        </p:grpSpPr>
        <p:sp>
          <p:nvSpPr>
            <p:cNvPr id="159" name="CustomShape 13">
              <a:extLst>
                <a:ext uri="{FF2B5EF4-FFF2-40B4-BE49-F238E27FC236}">
                  <a16:creationId xmlns:a16="http://schemas.microsoft.com/office/drawing/2014/main" id="{F877CF22-731C-4434-80B3-0F501C83D6C6}"/>
                </a:ext>
              </a:extLst>
            </p:cNvPr>
            <p:cNvSpPr/>
            <p:nvPr/>
          </p:nvSpPr>
          <p:spPr>
            <a:xfrm>
              <a:off x="6494040" y="3629500"/>
              <a:ext cx="1643040" cy="766974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0" name="CustomShape 14">
              <a:extLst>
                <a:ext uri="{FF2B5EF4-FFF2-40B4-BE49-F238E27FC236}">
                  <a16:creationId xmlns:a16="http://schemas.microsoft.com/office/drawing/2014/main" id="{7FCDFE8F-6D9A-4306-84BF-2ACE2B5004EA}"/>
                </a:ext>
              </a:extLst>
            </p:cNvPr>
            <p:cNvSpPr/>
            <p:nvPr/>
          </p:nvSpPr>
          <p:spPr>
            <a:xfrm>
              <a:off x="6539760" y="5914441"/>
              <a:ext cx="1551600" cy="230471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 err="1">
                  <a:solidFill>
                    <a:srgbClr val="000000"/>
                  </a:solidFill>
                  <a:latin typeface="等线"/>
                  <a:ea typeface="等线"/>
                </a:rPr>
                <a:t>Ht_back</a:t>
              </a: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=0.125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161" name="CustomShape 10">
            <a:extLst>
              <a:ext uri="{FF2B5EF4-FFF2-40B4-BE49-F238E27FC236}">
                <a16:creationId xmlns:a16="http://schemas.microsoft.com/office/drawing/2014/main" id="{FBAA9252-EFCE-454A-843C-FB867FB65984}"/>
              </a:ext>
            </a:extLst>
          </p:cNvPr>
          <p:cNvSpPr/>
          <p:nvPr/>
        </p:nvSpPr>
        <p:spPr>
          <a:xfrm>
            <a:off x="17437394" y="2800071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0xff70</a:t>
            </a:r>
            <a:endParaRPr lang="en-US" b="0" strike="noStrike" spc="-1" dirty="0">
              <a:latin typeface="Arial"/>
            </a:endParaRPr>
          </a:p>
        </p:txBody>
      </p:sp>
      <p:sp>
        <p:nvSpPr>
          <p:cNvPr id="162" name="CustomShape 10">
            <a:extLst>
              <a:ext uri="{FF2B5EF4-FFF2-40B4-BE49-F238E27FC236}">
                <a16:creationId xmlns:a16="http://schemas.microsoft.com/office/drawing/2014/main" id="{43602E00-A9E1-49F8-98A4-E4BB59A80E3F}"/>
              </a:ext>
            </a:extLst>
          </p:cNvPr>
          <p:cNvSpPr/>
          <p:nvPr/>
        </p:nvSpPr>
        <p:spPr>
          <a:xfrm>
            <a:off x="17437394" y="2261964"/>
            <a:ext cx="1004040" cy="367878"/>
          </a:xfrm>
          <a:prstGeom prst="rect">
            <a:avLst/>
          </a:prstGeom>
          <a:noFill/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45720" tIns="45000" rIns="45720" bIns="45000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b="0" strike="noStrike" spc="-1" dirty="0">
                <a:solidFill>
                  <a:srgbClr val="000000"/>
                </a:solidFill>
                <a:latin typeface="等线"/>
                <a:ea typeface="等线"/>
              </a:rPr>
              <a:t>0xfee0</a:t>
            </a:r>
            <a:endParaRPr lang="en-US" b="0" strike="noStrike" spc="-1" dirty="0">
              <a:latin typeface="Arial"/>
            </a:endParaRPr>
          </a:p>
        </p:txBody>
      </p:sp>
      <p:grpSp>
        <p:nvGrpSpPr>
          <p:cNvPr id="163" name="Group 12">
            <a:extLst>
              <a:ext uri="{FF2B5EF4-FFF2-40B4-BE49-F238E27FC236}">
                <a16:creationId xmlns:a16="http://schemas.microsoft.com/office/drawing/2014/main" id="{190881F8-CB89-4DEE-A60D-915C22596D31}"/>
              </a:ext>
            </a:extLst>
          </p:cNvPr>
          <p:cNvGrpSpPr/>
          <p:nvPr/>
        </p:nvGrpSpPr>
        <p:grpSpPr>
          <a:xfrm>
            <a:off x="18266655" y="2768178"/>
            <a:ext cx="2960100" cy="94269"/>
            <a:chOff x="6494040" y="3629500"/>
            <a:chExt cx="1643040" cy="7669749"/>
          </a:xfrm>
          <a:solidFill>
            <a:schemeClr val="accent2"/>
          </a:solidFill>
        </p:grpSpPr>
        <p:sp>
          <p:nvSpPr>
            <p:cNvPr id="164" name="CustomShape 13">
              <a:extLst>
                <a:ext uri="{FF2B5EF4-FFF2-40B4-BE49-F238E27FC236}">
                  <a16:creationId xmlns:a16="http://schemas.microsoft.com/office/drawing/2014/main" id="{9E54180F-06D1-4723-98D8-517C3D8FE265}"/>
                </a:ext>
              </a:extLst>
            </p:cNvPr>
            <p:cNvSpPr/>
            <p:nvPr/>
          </p:nvSpPr>
          <p:spPr>
            <a:xfrm>
              <a:off x="6494040" y="3629500"/>
              <a:ext cx="1643040" cy="766974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5" name="CustomShape 14">
              <a:extLst>
                <a:ext uri="{FF2B5EF4-FFF2-40B4-BE49-F238E27FC236}">
                  <a16:creationId xmlns:a16="http://schemas.microsoft.com/office/drawing/2014/main" id="{EE5F35A3-0932-42B3-BDD4-3C6C4E879CB9}"/>
                </a:ext>
              </a:extLst>
            </p:cNvPr>
            <p:cNvSpPr/>
            <p:nvPr/>
          </p:nvSpPr>
          <p:spPr>
            <a:xfrm>
              <a:off x="6539760" y="5914441"/>
              <a:ext cx="1551600" cy="230471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127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66" name="Group 12">
            <a:extLst>
              <a:ext uri="{FF2B5EF4-FFF2-40B4-BE49-F238E27FC236}">
                <a16:creationId xmlns:a16="http://schemas.microsoft.com/office/drawing/2014/main" id="{E3C2B6AF-7DC4-4F3D-B74E-22876A3631AA}"/>
              </a:ext>
            </a:extLst>
          </p:cNvPr>
          <p:cNvGrpSpPr/>
          <p:nvPr/>
        </p:nvGrpSpPr>
        <p:grpSpPr>
          <a:xfrm>
            <a:off x="18266655" y="3293817"/>
            <a:ext cx="2960100" cy="94269"/>
            <a:chOff x="6494040" y="3629500"/>
            <a:chExt cx="1643040" cy="7669749"/>
          </a:xfrm>
          <a:solidFill>
            <a:schemeClr val="accent2"/>
          </a:solidFill>
        </p:grpSpPr>
        <p:sp>
          <p:nvSpPr>
            <p:cNvPr id="167" name="CustomShape 13">
              <a:extLst>
                <a:ext uri="{FF2B5EF4-FFF2-40B4-BE49-F238E27FC236}">
                  <a16:creationId xmlns:a16="http://schemas.microsoft.com/office/drawing/2014/main" id="{5761F871-167E-454C-8180-7DDB16E206FA}"/>
                </a:ext>
              </a:extLst>
            </p:cNvPr>
            <p:cNvSpPr/>
            <p:nvPr/>
          </p:nvSpPr>
          <p:spPr>
            <a:xfrm>
              <a:off x="6494040" y="3629500"/>
              <a:ext cx="1643040" cy="766974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68" name="CustomShape 14">
              <a:extLst>
                <a:ext uri="{FF2B5EF4-FFF2-40B4-BE49-F238E27FC236}">
                  <a16:creationId xmlns:a16="http://schemas.microsoft.com/office/drawing/2014/main" id="{B1A7D086-1162-424D-AEEB-91FF0BCABCC8}"/>
                </a:ext>
              </a:extLst>
            </p:cNvPr>
            <p:cNvSpPr/>
            <p:nvPr/>
          </p:nvSpPr>
          <p:spPr>
            <a:xfrm>
              <a:off x="6539760" y="5914441"/>
              <a:ext cx="1551600" cy="230471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127</a:t>
              </a:r>
              <a:endParaRPr lang="en-US" b="0" strike="noStrike" spc="-1" dirty="0">
                <a:latin typeface="Arial"/>
              </a:endParaRPr>
            </a:p>
          </p:txBody>
        </p:sp>
      </p:grpSp>
      <p:grpSp>
        <p:nvGrpSpPr>
          <p:cNvPr id="169" name="Group 12">
            <a:extLst>
              <a:ext uri="{FF2B5EF4-FFF2-40B4-BE49-F238E27FC236}">
                <a16:creationId xmlns:a16="http://schemas.microsoft.com/office/drawing/2014/main" id="{FD567AB2-1DD2-4A68-B8C0-3A22492228BE}"/>
              </a:ext>
            </a:extLst>
          </p:cNvPr>
          <p:cNvGrpSpPr/>
          <p:nvPr/>
        </p:nvGrpSpPr>
        <p:grpSpPr>
          <a:xfrm>
            <a:off x="6515794" y="11725317"/>
            <a:ext cx="2960100" cy="298787"/>
            <a:chOff x="6494040" y="3629500"/>
            <a:chExt cx="1643040" cy="7669749"/>
          </a:xfrm>
          <a:solidFill>
            <a:schemeClr val="accent2"/>
          </a:solidFill>
        </p:grpSpPr>
        <p:sp>
          <p:nvSpPr>
            <p:cNvPr id="170" name="CustomShape 13">
              <a:extLst>
                <a:ext uri="{FF2B5EF4-FFF2-40B4-BE49-F238E27FC236}">
                  <a16:creationId xmlns:a16="http://schemas.microsoft.com/office/drawing/2014/main" id="{45E30088-F372-4B99-802B-30E6DA2E6AE7}"/>
                </a:ext>
              </a:extLst>
            </p:cNvPr>
            <p:cNvSpPr/>
            <p:nvPr/>
          </p:nvSpPr>
          <p:spPr>
            <a:xfrm>
              <a:off x="6494040" y="3629500"/>
              <a:ext cx="1643040" cy="766974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/>
            <a:lstStyle/>
            <a:p>
              <a:endParaRPr lang="zh-CN" altLang="en-US" dirty="0"/>
            </a:p>
          </p:txBody>
        </p:sp>
        <p:sp>
          <p:nvSpPr>
            <p:cNvPr id="171" name="CustomShape 14">
              <a:extLst>
                <a:ext uri="{FF2B5EF4-FFF2-40B4-BE49-F238E27FC236}">
                  <a16:creationId xmlns:a16="http://schemas.microsoft.com/office/drawing/2014/main" id="{C5E795F4-F13B-4573-8EB0-0B8A3A041107}"/>
                </a:ext>
              </a:extLst>
            </p:cNvPr>
            <p:cNvSpPr/>
            <p:nvPr/>
          </p:nvSpPr>
          <p:spPr>
            <a:xfrm>
              <a:off x="6539760" y="5914441"/>
              <a:ext cx="1551600" cy="2304719"/>
            </a:xfrm>
            <a:prstGeom prst="rect">
              <a:avLst/>
            </a:prstGeom>
            <a:grpFill/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5720" tIns="45000" rIns="45720" bIns="45000" anchor="ctr">
              <a:noAutofit/>
            </a:bodyPr>
            <a:lstStyle/>
            <a:p>
              <a:pPr algn="ctr">
                <a:lnSpc>
                  <a:spcPct val="100000"/>
                </a:lnSpc>
                <a:tabLst>
                  <a:tab pos="0" algn="l"/>
                </a:tabLst>
              </a:pPr>
              <a:r>
                <a:rPr lang="en-US" b="1" spc="-1" dirty="0">
                  <a:solidFill>
                    <a:srgbClr val="000000"/>
                  </a:solidFill>
                  <a:latin typeface="等线"/>
                  <a:ea typeface="等线"/>
                </a:rPr>
                <a:t>127</a:t>
              </a:r>
              <a:endParaRPr lang="en-US" b="0" strike="noStrike" spc="-1" dirty="0">
                <a:latin typeface="Arial"/>
              </a:endParaRPr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CAD33B14-9BED-47B4-B040-2BAFD92B10E1}"/>
              </a:ext>
            </a:extLst>
          </p:cNvPr>
          <p:cNvSpPr txBox="1"/>
          <p:nvPr/>
        </p:nvSpPr>
        <p:spPr>
          <a:xfrm>
            <a:off x="11815781" y="356291"/>
            <a:ext cx="70675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X=39*16*2/1024=1.21875 ---- 4e0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2036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2035</TotalTime>
  <Words>1295</Words>
  <Application>Microsoft Office PowerPoint</Application>
  <PresentationFormat>自定义</PresentationFormat>
  <Paragraphs>566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DejaVu Sans</vt:lpstr>
      <vt:lpstr>Helvetica Neue</vt:lpstr>
      <vt:lpstr>等线</vt:lpstr>
      <vt:lpstr>Arial</vt:lpstr>
      <vt:lpstr>Symbol</vt:lpstr>
      <vt:lpstr>Wingdings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sch20</cp:lastModifiedBy>
  <cp:revision>106</cp:revision>
  <dcterms:created xsi:type="dcterms:W3CDTF">2021-08-29T14:06:47Z</dcterms:created>
  <dcterms:modified xsi:type="dcterms:W3CDTF">2021-11-03T09:20:39Z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