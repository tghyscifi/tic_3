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8" r:id="rId4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40" d="100"/>
          <a:sy n="4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NSM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378419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T = 16B = 0x0000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S = 16B = 0x0010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Wst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5*128=0.625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Wtt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4*128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Wts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100*32=3.125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Wss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=5*32=0.15625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4322" y="39875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743DC-8A2E-472E-A22F-23D195CF35F0}"/>
              </a:ext>
            </a:extLst>
          </p:cNvPr>
          <p:cNvSpPr/>
          <p:nvPr/>
        </p:nvSpPr>
        <p:spPr>
          <a:xfrm>
            <a:off x="1922702" y="3624839"/>
            <a:ext cx="2945700" cy="362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S+T=32B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0B58BB-0DD7-43DD-91AB-6D4729E0ACC5}"/>
              </a:ext>
            </a:extLst>
          </p:cNvPr>
          <p:cNvSpPr/>
          <p:nvPr/>
        </p:nvSpPr>
        <p:spPr>
          <a:xfrm>
            <a:off x="6524100" y="3648254"/>
            <a:ext cx="2945700" cy="538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Wst</a:t>
            </a:r>
            <a:r>
              <a:rPr lang="en-US" altLang="zh-CN" dirty="0"/>
              <a:t>=0.625</a:t>
            </a:r>
            <a:endParaRPr lang="zh-CN" altLang="en-US" dirty="0"/>
          </a:p>
        </p:txBody>
      </p:sp>
      <p:sp>
        <p:nvSpPr>
          <p:cNvPr id="31" name="CustomShape 10">
            <a:extLst>
              <a:ext uri="{FF2B5EF4-FFF2-40B4-BE49-F238E27FC236}">
                <a16:creationId xmlns:a16="http://schemas.microsoft.com/office/drawing/2014/main" id="{D0F1F232-0E57-4099-AF2F-E93A3A6E8AFD}"/>
              </a:ext>
            </a:extLst>
          </p:cNvPr>
          <p:cNvSpPr/>
          <p:nvPr/>
        </p:nvSpPr>
        <p:spPr>
          <a:xfrm>
            <a:off x="5504400" y="408847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29E958-73B6-41F3-BCEF-A045C768DDE3}"/>
              </a:ext>
            </a:extLst>
          </p:cNvPr>
          <p:cNvSpPr/>
          <p:nvPr/>
        </p:nvSpPr>
        <p:spPr>
          <a:xfrm>
            <a:off x="6508440" y="4186989"/>
            <a:ext cx="2945700" cy="53873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Wtt</a:t>
            </a:r>
            <a:r>
              <a:rPr lang="en-US" altLang="zh-CN" dirty="0"/>
              <a:t>=0.5</a:t>
            </a:r>
            <a:endParaRPr lang="zh-CN" altLang="en-US" dirty="0"/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5F81C1FE-2E59-45C7-AEB6-0A52CA69095A}"/>
              </a:ext>
            </a:extLst>
          </p:cNvPr>
          <p:cNvSpPr/>
          <p:nvPr/>
        </p:nvSpPr>
        <p:spPr>
          <a:xfrm>
            <a:off x="5520060" y="47257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AAA684-B05E-42A9-BE44-032F1DD6C273}"/>
              </a:ext>
            </a:extLst>
          </p:cNvPr>
          <p:cNvSpPr/>
          <p:nvPr/>
        </p:nvSpPr>
        <p:spPr>
          <a:xfrm>
            <a:off x="6524100" y="4725724"/>
            <a:ext cx="2945700" cy="953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Wts</a:t>
            </a:r>
            <a:r>
              <a:rPr lang="en-US" altLang="zh-CN" dirty="0"/>
              <a:t>=3.125</a:t>
            </a:r>
            <a:endParaRPr lang="zh-CN" altLang="en-US" dirty="0"/>
          </a:p>
        </p:txBody>
      </p:sp>
      <p:sp>
        <p:nvSpPr>
          <p:cNvPr id="41" name="CustomShape 10">
            <a:extLst>
              <a:ext uri="{FF2B5EF4-FFF2-40B4-BE49-F238E27FC236}">
                <a16:creationId xmlns:a16="http://schemas.microsoft.com/office/drawing/2014/main" id="{25492389-3B4B-4803-828D-EB0582EF47ED}"/>
              </a:ext>
            </a:extLst>
          </p:cNvPr>
          <p:cNvSpPr/>
          <p:nvPr/>
        </p:nvSpPr>
        <p:spPr>
          <a:xfrm>
            <a:off x="5488740" y="56789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7392FF-9674-44DF-8283-CE797953464C}"/>
              </a:ext>
            </a:extLst>
          </p:cNvPr>
          <p:cNvSpPr/>
          <p:nvPr/>
        </p:nvSpPr>
        <p:spPr>
          <a:xfrm>
            <a:off x="6492780" y="5701255"/>
            <a:ext cx="2945700" cy="53873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Wss</a:t>
            </a:r>
            <a:r>
              <a:rPr lang="en-US" altLang="zh-CN" dirty="0"/>
              <a:t>=0.15625</a:t>
            </a:r>
            <a:endParaRPr lang="zh-CN" altLang="en-US" dirty="0"/>
          </a:p>
        </p:txBody>
      </p:sp>
      <p:sp>
        <p:nvSpPr>
          <p:cNvPr id="43" name="CustomShape 10">
            <a:extLst>
              <a:ext uri="{FF2B5EF4-FFF2-40B4-BE49-F238E27FC236}">
                <a16:creationId xmlns:a16="http://schemas.microsoft.com/office/drawing/2014/main" id="{0DD33230-60A4-4463-9DCC-C36E89DF490D}"/>
              </a:ext>
            </a:extLst>
          </p:cNvPr>
          <p:cNvSpPr/>
          <p:nvPr/>
        </p:nvSpPr>
        <p:spPr>
          <a:xfrm>
            <a:off x="5520060" y="62399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0x111A0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C0AF5430-1A5D-4BDD-B6ED-83FB0A9C053D}"/>
              </a:ext>
            </a:extLst>
          </p:cNvPr>
          <p:cNvSpPr/>
          <p:nvPr/>
        </p:nvSpPr>
        <p:spPr>
          <a:xfrm>
            <a:off x="5488740" y="730134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0x111A0</a:t>
            </a:r>
            <a:endParaRPr lang="en-US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54</Words>
  <Application>Microsoft Office PowerPoint</Application>
  <PresentationFormat>自定义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DejaVu Sans</vt:lpstr>
      <vt:lpstr>Helvetica Neue</vt:lpstr>
      <vt:lpstr>等线</vt:lpstr>
      <vt:lpstr>Arial</vt:lpstr>
      <vt:lpstr>Symbol</vt:lpstr>
      <vt:lpstr>Wingdings</vt:lpstr>
      <vt:lpstr>Office Theme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sch20</cp:lastModifiedBy>
  <cp:revision>381</cp:revision>
  <dcterms:created xsi:type="dcterms:W3CDTF">2021-08-29T14:06:47Z</dcterms:created>
  <dcterms:modified xsi:type="dcterms:W3CDTF">2021-11-09T08:47:06Z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