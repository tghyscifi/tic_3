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BAF9F-21DC-40DC-B7CA-8DF62B5FC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2F1162C-9F2F-4718-867F-D07277D0B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F38951-2B6E-40E3-898E-5D6E0588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7A33-021A-446B-949F-99DCDB224C6F}" type="datetimeFigureOut">
              <a:rPr lang="zh-CN" altLang="en-US" smtClean="0"/>
              <a:t>2021/11/8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2BD257-1B2C-49CA-A6C1-36E460442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A4CDC4-F839-411E-9835-C5924383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B181-FBE5-4059-9347-E4CDBF272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76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629FB-0748-4B3E-9A9A-60CB8DD1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5135D5-A8E4-41D9-AE81-3D5BF2289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244CDD-0FF9-47C6-A812-560C8F108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7A33-021A-446B-949F-99DCDB224C6F}" type="datetimeFigureOut">
              <a:rPr lang="zh-CN" altLang="en-US" smtClean="0"/>
              <a:t>2021/11/8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28349C-733F-47BA-81AA-1B1483B51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6FF45D-E193-43B8-A2FB-A6ADA694C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B181-FBE5-4059-9347-E4CDBF272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260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8D933-B571-46FC-9889-F0F7B9AD7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F16BEB-9589-4B1E-8AC2-C8260CFD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B6C720-FD2C-4B0F-A81D-804A7356D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7A33-021A-446B-949F-99DCDB224C6F}" type="datetimeFigureOut">
              <a:rPr lang="zh-CN" altLang="en-US" smtClean="0"/>
              <a:t>2021/11/8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01C55E-088C-44F4-B55C-85BA7FA47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4FF41-0C20-4047-A404-A9F63F722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B181-FBE5-4059-9347-E4CDBF272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637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EE4F25-E15D-4F02-AF46-1EFEF2BED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34C744-4DB4-45CC-89DB-EE8985AD95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6C2ED3-F3C0-4364-A3D2-2F08B184B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83B1FC-B259-4AB0-8CAD-185A00C9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7A33-021A-446B-949F-99DCDB224C6F}" type="datetimeFigureOut">
              <a:rPr lang="zh-CN" altLang="en-US" smtClean="0"/>
              <a:t>2021/11/8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BFE590-8ECB-4477-87EF-D64ABEB28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417509-DE24-475E-812A-322C3BCBB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B181-FBE5-4059-9347-E4CDBF272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1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4EDD9-FBC0-478B-8A14-67CF58CE3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2E5BCC-7D56-4CD7-B5AC-E813B1959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9FED5B-82AE-4DAA-8258-3B421B95C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B9D7F7-3899-4986-99F9-1F2BF5098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74A582E-D700-47D5-B565-145AD6A66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AEEC39-E9A0-48E8-AE5B-B94F3006C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7A33-021A-446B-949F-99DCDB224C6F}" type="datetimeFigureOut">
              <a:rPr lang="zh-CN" altLang="en-US" smtClean="0"/>
              <a:t>2021/11/8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1D38A59-AB1A-442B-81B5-1A5B8D18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D3ACCBC-02B4-455B-88A4-5BB56AB56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B181-FBE5-4059-9347-E4CDBF272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645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2EA4C-EE5A-49C4-B4DC-B156FB24C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5BE555-A713-484B-A672-CCAAF329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7A33-021A-446B-949F-99DCDB224C6F}" type="datetimeFigureOut">
              <a:rPr lang="zh-CN" altLang="en-US" smtClean="0"/>
              <a:t>2021/11/8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FCF93E-4F70-44C5-9718-6C5ADAC5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87DB91-7D2C-4CA4-992A-1704CDD6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B181-FBE5-4059-9347-E4CDBF272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926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CE3110-F284-4A01-9DAE-14CCAA806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7A33-021A-446B-949F-99DCDB224C6F}" type="datetimeFigureOut">
              <a:rPr lang="zh-CN" altLang="en-US" smtClean="0"/>
              <a:t>2021/11/8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65183D-E3C7-443C-BDDE-BF7CD3A4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33C4AD-4D83-4C6D-B26B-0478A948F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B181-FBE5-4059-9347-E4CDBF272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948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8D2C4-BFF3-41D4-A77B-AE3C5A29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EE05F0-C027-4C1C-BA93-FE15421CE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5B5192-3A77-4D41-AF67-8FF80D2D7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811921-A3F5-4E2E-B111-C09A0E2AE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7A33-021A-446B-949F-99DCDB224C6F}" type="datetimeFigureOut">
              <a:rPr lang="zh-CN" altLang="en-US" smtClean="0"/>
              <a:t>2021/11/8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EA2CF9-F15E-4296-93E9-56E8356E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2E5609-E0D4-441F-B560-895C9BE31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B181-FBE5-4059-9347-E4CDBF272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483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83BB1-46F9-43B6-A12A-2EFD9EBF4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1D526F-2677-4829-8D4E-1E1FE01F97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9AA827-FB39-489A-9782-39220235E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B5E18E-2B03-4306-BF2C-CD3A88D16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7A33-021A-446B-949F-99DCDB224C6F}" type="datetimeFigureOut">
              <a:rPr lang="zh-CN" altLang="en-US" smtClean="0"/>
              <a:t>2021/11/8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43E867-2C2F-4119-B213-F77CBD436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9EC0-2650-4C02-8344-E780AD9B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B181-FBE5-4059-9347-E4CDBF272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974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047858-CA69-46DB-A67B-4D9BDAAE8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25FC2C-C586-46ED-B348-91D750B6F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A39571-AF53-404D-A75F-21AEF9348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7A33-021A-446B-949F-99DCDB224C6F}" type="datetimeFigureOut">
              <a:rPr lang="zh-CN" altLang="en-US" smtClean="0"/>
              <a:t>2021/11/8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A1BE12-8074-4DDF-AD82-F02035A1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4E310F-AF16-4480-B327-C836DB04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B181-FBE5-4059-9347-E4CDBF272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84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9B61CD-8A1D-4631-8BDA-BB2BA98811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A0F988-BAF8-48A8-83E4-E47DEE74D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FE828B-205F-4B33-BB31-9A702435D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37A33-021A-446B-949F-99DCDB224C6F}" type="datetimeFigureOut">
              <a:rPr lang="zh-CN" altLang="en-US" smtClean="0"/>
              <a:t>2021/11/8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12B8E5-360C-43D0-AD4D-9942F80CC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457B6F-106D-4F7C-A077-0FB18F66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AB181-FBE5-4059-9347-E4CDBF272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68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FA7FFF-42E1-45A5-8BF7-FFFB1B35D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2D2BD2-C929-4A74-B0C9-10BDFC89D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B3884-50C2-4649-B741-66C478A46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37A33-021A-446B-949F-99DCDB224C6F}" type="datetimeFigureOut">
              <a:rPr lang="zh-CN" altLang="en-US" smtClean="0"/>
              <a:t>2021/11/8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F31729-1093-4F93-A40A-3ACF9B93F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028985-1D26-4B35-9A45-E045FFE04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AB181-FBE5-4059-9347-E4CDBF272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10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68D654B-86D2-4F7E-850F-31F000B6D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61" y="1097281"/>
            <a:ext cx="5119768" cy="360194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42259FF-9C60-4E49-A577-C3E90C2C9F8C}"/>
              </a:ext>
            </a:extLst>
          </p:cNvPr>
          <p:cNvSpPr txBox="1"/>
          <p:nvPr/>
        </p:nvSpPr>
        <p:spPr>
          <a:xfrm flipH="1">
            <a:off x="6376945" y="1184744"/>
            <a:ext cx="52319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芯片中目前有</a:t>
            </a:r>
            <a:r>
              <a:rPr lang="en-US" altLang="zh-CN" b="1" dirty="0"/>
              <a:t>3</a:t>
            </a:r>
            <a:r>
              <a:rPr lang="zh-CN" altLang="en-US" b="1" dirty="0"/>
              <a:t>个网络</a:t>
            </a:r>
            <a:r>
              <a:rPr lang="zh-CN" altLang="en-US" dirty="0"/>
              <a:t>，每个网络计算结束后都会向</a:t>
            </a:r>
            <a:r>
              <a:rPr lang="en-US" altLang="zh-CN" dirty="0"/>
              <a:t>FPGA</a:t>
            </a:r>
            <a:r>
              <a:rPr lang="zh-CN" altLang="en-US" dirty="0"/>
              <a:t>发送结果，</a:t>
            </a:r>
            <a:r>
              <a:rPr lang="en-US" altLang="zh-CN" dirty="0"/>
              <a:t>FPGA</a:t>
            </a:r>
            <a:r>
              <a:rPr lang="zh-CN" altLang="en-US" dirty="0"/>
              <a:t>如何分辨出哪个数据是哪个网络的输出呢？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目前</a:t>
            </a:r>
            <a:r>
              <a:rPr lang="en-US" altLang="zh-CN" dirty="0"/>
              <a:t>3</a:t>
            </a:r>
            <a:r>
              <a:rPr lang="zh-CN" altLang="en-US" dirty="0"/>
              <a:t>个网络可以进行编号：</a:t>
            </a:r>
            <a:endParaRPr lang="en-US" altLang="zh-CN" dirty="0"/>
          </a:p>
          <a:p>
            <a:r>
              <a:rPr lang="zh-CN" altLang="en-US" b="1" dirty="0"/>
              <a:t>网络</a:t>
            </a:r>
            <a:r>
              <a:rPr lang="en-US" altLang="zh-CN" b="1" dirty="0"/>
              <a:t>1</a:t>
            </a:r>
            <a:r>
              <a:rPr lang="zh-CN" altLang="en-US" dirty="0"/>
              <a:t>：</a:t>
            </a:r>
            <a:r>
              <a:rPr lang="en-US" altLang="zh-CN" dirty="0" err="1"/>
              <a:t>SoundTracking</a:t>
            </a:r>
            <a:r>
              <a:rPr lang="zh-CN" altLang="en-US" dirty="0"/>
              <a:t>，其中的</a:t>
            </a:r>
            <a:r>
              <a:rPr lang="en-US" altLang="zh-CN" dirty="0"/>
              <a:t>core(7, 3)</a:t>
            </a:r>
            <a:r>
              <a:rPr lang="zh-CN" altLang="en-US" dirty="0"/>
              <a:t>向</a:t>
            </a:r>
            <a:r>
              <a:rPr lang="en-US" altLang="zh-CN" dirty="0"/>
              <a:t>FPGA</a:t>
            </a:r>
            <a:r>
              <a:rPr lang="zh-CN" altLang="en-US" dirty="0"/>
              <a:t>发数据，数据量：</a:t>
            </a:r>
            <a:r>
              <a:rPr lang="en-US" altLang="zh-CN" dirty="0"/>
              <a:t>16Byte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b="1" dirty="0"/>
              <a:t>网络</a:t>
            </a:r>
            <a:r>
              <a:rPr lang="en-US" altLang="zh-CN" b="1" dirty="0"/>
              <a:t>2</a:t>
            </a:r>
            <a:r>
              <a:rPr lang="zh-CN" altLang="en-US" dirty="0"/>
              <a:t>：障碍检测，其中的</a:t>
            </a:r>
            <a:r>
              <a:rPr lang="en-US" altLang="zh-CN" dirty="0"/>
              <a:t>core(9, 8)</a:t>
            </a:r>
            <a:r>
              <a:rPr lang="zh-CN" altLang="en-US" dirty="0"/>
              <a:t>向</a:t>
            </a:r>
            <a:r>
              <a:rPr lang="en-US" altLang="zh-CN" dirty="0"/>
              <a:t>FPGA</a:t>
            </a:r>
            <a:r>
              <a:rPr lang="zh-CN" altLang="en-US" dirty="0"/>
              <a:t>发数据，数据量：</a:t>
            </a:r>
            <a:r>
              <a:rPr lang="en-US" altLang="zh-CN" dirty="0"/>
              <a:t>128Byte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b="1" dirty="0"/>
              <a:t>网络</a:t>
            </a:r>
            <a:r>
              <a:rPr lang="en-US" altLang="zh-CN" b="1" dirty="0"/>
              <a:t>3</a:t>
            </a:r>
            <a:r>
              <a:rPr lang="zh-CN" altLang="en-US" dirty="0"/>
              <a:t>：老鼠检测，其中的</a:t>
            </a:r>
            <a:r>
              <a:rPr lang="en-US" altLang="zh-CN" dirty="0"/>
              <a:t>core(1,</a:t>
            </a:r>
            <a:r>
              <a:rPr lang="zh-CN" altLang="en-US" dirty="0"/>
              <a:t> </a:t>
            </a:r>
            <a:r>
              <a:rPr lang="en-US" altLang="zh-CN" dirty="0"/>
              <a:t>8)</a:t>
            </a:r>
            <a:r>
              <a:rPr lang="zh-CN" altLang="en-US" dirty="0"/>
              <a:t>向</a:t>
            </a:r>
            <a:r>
              <a:rPr lang="en-US" altLang="zh-CN" dirty="0"/>
              <a:t>FPGA</a:t>
            </a:r>
            <a:r>
              <a:rPr lang="zh-CN" altLang="en-US" dirty="0"/>
              <a:t>发数据，数据量：</a:t>
            </a:r>
            <a:r>
              <a:rPr lang="en-US" altLang="zh-CN" dirty="0"/>
              <a:t>128Byte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3280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305F248-18C6-4CA1-BC98-8F4B4C0CC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19" y="744245"/>
            <a:ext cx="5199430" cy="103637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B238B03-63E0-4FEB-9543-E523095B5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7" y="3750882"/>
            <a:ext cx="4976732" cy="77341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8219487-F97E-487D-AC46-88C83EAC3708}"/>
              </a:ext>
            </a:extLst>
          </p:cNvPr>
          <p:cNvSpPr txBox="1"/>
          <p:nvPr/>
        </p:nvSpPr>
        <p:spPr>
          <a:xfrm flipH="1">
            <a:off x="6376945" y="1184744"/>
            <a:ext cx="52319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FPGA</a:t>
            </a:r>
            <a:r>
              <a:rPr lang="zh-CN" altLang="en-US" dirty="0"/>
              <a:t>收到的数据包是左上图所示的</a:t>
            </a:r>
            <a:r>
              <a:rPr lang="en-US" altLang="zh-CN" dirty="0"/>
              <a:t>128bits</a:t>
            </a:r>
            <a:r>
              <a:rPr lang="zh-CN" altLang="en-US" dirty="0"/>
              <a:t>的跨片数据包，其中</a:t>
            </a:r>
            <a:r>
              <a:rPr lang="en-US" altLang="zh-CN" dirty="0"/>
              <a:t>96bits</a:t>
            </a:r>
            <a:r>
              <a:rPr lang="zh-CN" altLang="en-US" dirty="0"/>
              <a:t>是有效的片间路由包。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片间路由包</a:t>
            </a:r>
            <a:r>
              <a:rPr lang="en-US" altLang="zh-CN" dirty="0"/>
              <a:t>96bits</a:t>
            </a:r>
            <a:r>
              <a:rPr lang="zh-CN" altLang="en-US" dirty="0"/>
              <a:t>中，前</a:t>
            </a:r>
            <a:r>
              <a:rPr lang="en-US" altLang="zh-CN" dirty="0"/>
              <a:t>32bits</a:t>
            </a:r>
            <a:r>
              <a:rPr lang="zh-CN" altLang="en-US" dirty="0"/>
              <a:t>是路由包头，包头格式如左下图所示，其中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可以用来区分不同的网络的输出。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规定：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b="1" dirty="0"/>
              <a:t>Y=1</a:t>
            </a:r>
            <a:r>
              <a:rPr lang="zh-CN" altLang="en-US" dirty="0"/>
              <a:t>时，表示数据包是由</a:t>
            </a:r>
            <a:r>
              <a:rPr lang="zh-CN" altLang="en-US" b="1" dirty="0"/>
              <a:t>网络</a:t>
            </a:r>
            <a:r>
              <a:rPr lang="en-US" altLang="zh-CN" b="1" dirty="0"/>
              <a:t>1</a:t>
            </a:r>
            <a:r>
              <a:rPr lang="zh-CN" altLang="en-US" dirty="0"/>
              <a:t>发出的；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b="1" dirty="0"/>
              <a:t>Y=2</a:t>
            </a:r>
            <a:r>
              <a:rPr lang="zh-CN" altLang="en-US" dirty="0"/>
              <a:t>时，表示数据包是由</a:t>
            </a:r>
            <a:r>
              <a:rPr lang="zh-CN" altLang="en-US" b="1" dirty="0"/>
              <a:t>网络</a:t>
            </a:r>
            <a:r>
              <a:rPr lang="en-US" altLang="zh-CN" b="1" dirty="0"/>
              <a:t>2</a:t>
            </a:r>
            <a:r>
              <a:rPr lang="zh-CN" altLang="en-US" dirty="0"/>
              <a:t>发出的；</a:t>
            </a:r>
          </a:p>
          <a:p>
            <a:r>
              <a:rPr lang="zh-CN" altLang="en-US" dirty="0"/>
              <a:t>当</a:t>
            </a:r>
            <a:r>
              <a:rPr lang="en-US" altLang="zh-CN" b="1" dirty="0"/>
              <a:t>Y=3</a:t>
            </a:r>
            <a:r>
              <a:rPr lang="zh-CN" altLang="en-US" dirty="0"/>
              <a:t>时，表示数据包是由</a:t>
            </a:r>
            <a:r>
              <a:rPr lang="zh-CN" altLang="en-US" b="1" dirty="0"/>
              <a:t>网络</a:t>
            </a:r>
            <a:r>
              <a:rPr lang="en-US" altLang="zh-CN" b="1" dirty="0"/>
              <a:t>3</a:t>
            </a:r>
            <a:r>
              <a:rPr lang="zh-CN" altLang="en-US" dirty="0"/>
              <a:t>发出的；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31381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219</Words>
  <Application>Microsoft Office PowerPoint</Application>
  <PresentationFormat>宽屏</PresentationFormat>
  <Paragraphs>14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sch20</dc:creator>
  <cp:lastModifiedBy>sch20</cp:lastModifiedBy>
  <cp:revision>2</cp:revision>
  <dcterms:created xsi:type="dcterms:W3CDTF">2021-11-08T05:13:01Z</dcterms:created>
  <dcterms:modified xsi:type="dcterms:W3CDTF">2021-11-08T05:23:21Z</dcterms:modified>
</cp:coreProperties>
</file>