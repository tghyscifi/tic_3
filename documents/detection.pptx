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71" r:id="rId4"/>
    <p:sldId id="258" r:id="rId5"/>
    <p:sldId id="272" r:id="rId6"/>
    <p:sldId id="259" r:id="rId7"/>
    <p:sldId id="261" r:id="rId8"/>
    <p:sldId id="262" r:id="rId9"/>
    <p:sldId id="273" r:id="rId10"/>
    <p:sldId id="264" r:id="rId11"/>
    <p:sldId id="277" r:id="rId12"/>
    <p:sldId id="274" r:id="rId13"/>
    <p:sldId id="263" r:id="rId14"/>
    <p:sldId id="275" r:id="rId15"/>
    <p:sldId id="265" r:id="rId16"/>
    <p:sldId id="266" r:id="rId17"/>
    <p:sldId id="267" r:id="rId18"/>
    <p:sldId id="268" r:id="rId19"/>
    <p:sldId id="276" r:id="rId20"/>
    <p:sldId id="269" r:id="rId21"/>
    <p:sldId id="270" r:id="rId22"/>
    <p:sldId id="278" r:id="rId23"/>
    <p:sldId id="279" r:id="rId24"/>
    <p:sldId id="280" r:id="rId25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 snapToObjects="1">
      <p:cViewPr varScale="1">
        <p:scale>
          <a:sx n="60" d="100"/>
          <a:sy n="6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Detection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>
                <a:solidFill>
                  <a:srgbClr val="000000"/>
                </a:solidFill>
                <a:latin typeface="Helvetica Neue"/>
                <a:ea typeface="Helvetica Neue"/>
              </a:rPr>
              <a:t>39</a:t>
            </a:r>
            <a:r>
              <a:rPr lang="en-US" sz="5500" b="1" strike="noStrike" spc="-1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Group1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12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Conv1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MaxPool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16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5630857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0.84375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X1</a:t>
            </a: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需要数据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33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256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/ 1024 = 24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.</a:t>
            </a:r>
            <a:r>
              <a:rPr lang="en-US" altLang="zh-CN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75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最后一行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有效数据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= 30 * 256 * 3 / 1024 = 22.5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初始状态下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X1 = 32 * 256 * 3 / 1024 = 24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Core1-7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给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Core0-6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发送第一行数据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R = 1 * 256 * 3 / 1024 = 0.75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2 * 127 * 32 * 4 / 1024 = 31.75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8 * 63 * 32 / 1024 = 15.75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0.84375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2684383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24.75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9906D3D-0BF8-4D1E-AA7D-AB1E7DE2A0AA}"/>
              </a:ext>
            </a:extLst>
          </p:cNvPr>
          <p:cNvGrpSpPr/>
          <p:nvPr/>
        </p:nvGrpSpPr>
        <p:grpSpPr>
          <a:xfrm>
            <a:off x="6487407" y="4567509"/>
            <a:ext cx="2960100" cy="2180942"/>
            <a:chOff x="6494040" y="3629520"/>
            <a:chExt cx="1643040" cy="4589640"/>
          </a:xfrm>
        </p:grpSpPr>
        <p:sp>
          <p:nvSpPr>
            <p:cNvPr id="27" name="CustomShape 13">
              <a:extLst>
                <a:ext uri="{FF2B5EF4-FFF2-40B4-BE49-F238E27FC236}">
                  <a16:creationId xmlns:a16="http://schemas.microsoft.com/office/drawing/2014/main" id="{E8AB39C9-07FA-454C-98D2-5C41754EE28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4">
              <a:extLst>
                <a:ext uri="{FF2B5EF4-FFF2-40B4-BE49-F238E27FC236}">
                  <a16:creationId xmlns:a16="http://schemas.microsoft.com/office/drawing/2014/main" id="{223BC521-0C3E-4717-ADF2-6A9CF578F53C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0558" y="6312411"/>
            <a:ext cx="2960807" cy="1826259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15.75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0164" y="656451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0x182E0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895478" y="61966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0x6300</a:t>
            </a:r>
            <a:endParaRPr lang="en-US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Group2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704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Resblock1 Conv1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8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5169192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X2 = 8 * 63 * 64 / 1024 = 31.5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路由需要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ceil(31.5 / 12) = 3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phase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Wr11 = 1 * 1 * 64 * 32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Br11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Wr12 = 3 * 3 * 32 * 64 / 1024 = 18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Br12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63 * 32 * 4 / 1024 = 7.875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Yr11 = 8 * 63 * 32 / 1024 = 15.75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错开一小段用来放交叠数据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Wr11 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22718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0164" y="56126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0x15080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1277575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Wr12 = 18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58665" y="5808288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14712832-904B-421D-ABD8-08D186199EC1}"/>
              </a:ext>
            </a:extLst>
          </p:cNvPr>
          <p:cNvGrpSpPr/>
          <p:nvPr/>
        </p:nvGrpSpPr>
        <p:grpSpPr>
          <a:xfrm>
            <a:off x="6477159" y="6617458"/>
            <a:ext cx="2960100" cy="1468707"/>
            <a:chOff x="6494040" y="3591707"/>
            <a:chExt cx="1643040" cy="4627453"/>
          </a:xfrm>
        </p:grpSpPr>
        <p:sp>
          <p:nvSpPr>
            <p:cNvPr id="46" name="CustomShape 13">
              <a:extLst>
                <a:ext uri="{FF2B5EF4-FFF2-40B4-BE49-F238E27FC236}">
                  <a16:creationId xmlns:a16="http://schemas.microsoft.com/office/drawing/2014/main" id="{4AC0F935-4717-47BF-BC33-A0073BF0ACD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4">
              <a:extLst>
                <a:ext uri="{FF2B5EF4-FFF2-40B4-BE49-F238E27FC236}">
                  <a16:creationId xmlns:a16="http://schemas.microsoft.com/office/drawing/2014/main" id="{8983B656-D68A-4ECB-8053-9C7B59E5C9B2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r11 = 15.75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528886" y="64634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0x15960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2" name="Group 15">
            <a:extLst>
              <a:ext uri="{FF2B5EF4-FFF2-40B4-BE49-F238E27FC236}">
                <a16:creationId xmlns:a16="http://schemas.microsoft.com/office/drawing/2014/main" id="{8EC02F2A-5D04-4AD2-BD23-C74A70DE890A}"/>
              </a:ext>
            </a:extLst>
          </p:cNvPr>
          <p:cNvGrpSpPr/>
          <p:nvPr/>
        </p:nvGrpSpPr>
        <p:grpSpPr>
          <a:xfrm>
            <a:off x="1890108" y="6851833"/>
            <a:ext cx="2960807" cy="1234332"/>
            <a:chOff x="3652920" y="3577980"/>
            <a:chExt cx="1643040" cy="310828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6A47B534-9085-4A65-96E4-614DAC3FE8EC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4B003B3D-3731-4C5A-97A1-E71DF69BFBF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7.875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5" name="CustomShape 10">
            <a:extLst>
              <a:ext uri="{FF2B5EF4-FFF2-40B4-BE49-F238E27FC236}">
                <a16:creationId xmlns:a16="http://schemas.microsoft.com/office/drawing/2014/main" id="{B0D77992-1BF9-4180-B7E0-DE17F142FD46}"/>
              </a:ext>
            </a:extLst>
          </p:cNvPr>
          <p:cNvSpPr/>
          <p:nvPr/>
        </p:nvSpPr>
        <p:spPr>
          <a:xfrm>
            <a:off x="944220" y="67667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958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Resblock1 Conv2 Cut – 8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424586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Wr11 = 1 * 1 * 64 * 32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Br11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Wr12 = 3 * 3 * 32 * 64 / 1024 = 18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Br12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补交叠后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Yr11 = 10 * 63 * 32 / 1024 = 19.6875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63 * 64 * 4 / 1024 = 15.75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Yr12 = 8 * 63 * 64 / 1024 = 31.5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Wr11 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22718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0164" y="56126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0x15080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1277575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Wr12 = 18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58665" y="5808288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14712832-904B-421D-ABD8-08D186199EC1}"/>
              </a:ext>
            </a:extLst>
          </p:cNvPr>
          <p:cNvGrpSpPr/>
          <p:nvPr/>
        </p:nvGrpSpPr>
        <p:grpSpPr>
          <a:xfrm>
            <a:off x="6477159" y="6271932"/>
            <a:ext cx="2960100" cy="2172821"/>
            <a:chOff x="6494040" y="3591707"/>
            <a:chExt cx="1643040" cy="4627453"/>
          </a:xfrm>
        </p:grpSpPr>
        <p:sp>
          <p:nvSpPr>
            <p:cNvPr id="46" name="CustomShape 13">
              <a:extLst>
                <a:ext uri="{FF2B5EF4-FFF2-40B4-BE49-F238E27FC236}">
                  <a16:creationId xmlns:a16="http://schemas.microsoft.com/office/drawing/2014/main" id="{4AC0F935-4717-47BF-BC33-A0073BF0ACD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4">
              <a:extLst>
                <a:ext uri="{FF2B5EF4-FFF2-40B4-BE49-F238E27FC236}">
                  <a16:creationId xmlns:a16="http://schemas.microsoft.com/office/drawing/2014/main" id="{8983B656-D68A-4ECB-8053-9C7B59E5C9B2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r11 = 19.6875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511150" y="61049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0x15180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111825A6-0BF7-49C0-8BC8-A8AB07F9E598}"/>
              </a:ext>
            </a:extLst>
          </p:cNvPr>
          <p:cNvGrpSpPr/>
          <p:nvPr/>
        </p:nvGrpSpPr>
        <p:grpSpPr>
          <a:xfrm>
            <a:off x="6493332" y="8428931"/>
            <a:ext cx="2960807" cy="1658922"/>
            <a:chOff x="3652920" y="3577980"/>
            <a:chExt cx="1643040" cy="310828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994A21E7-167F-4332-B58B-E9B69735194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0BAD4180-9E00-4D0D-B683-2CE47A7F0597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15.75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0" name="CustomShape 10">
            <a:extLst>
              <a:ext uri="{FF2B5EF4-FFF2-40B4-BE49-F238E27FC236}">
                <a16:creationId xmlns:a16="http://schemas.microsoft.com/office/drawing/2014/main" id="{61DFBA4F-BA5E-4A5C-A89A-1A513B5F7316}"/>
              </a:ext>
            </a:extLst>
          </p:cNvPr>
          <p:cNvSpPr/>
          <p:nvPr/>
        </p:nvSpPr>
        <p:spPr>
          <a:xfrm>
            <a:off x="5465055" y="826081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0x1A040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1" name="Group 15">
            <a:extLst>
              <a:ext uri="{FF2B5EF4-FFF2-40B4-BE49-F238E27FC236}">
                <a16:creationId xmlns:a16="http://schemas.microsoft.com/office/drawing/2014/main" id="{252FCB05-2E77-450B-8464-B966B1994B5D}"/>
              </a:ext>
            </a:extLst>
          </p:cNvPr>
          <p:cNvGrpSpPr/>
          <p:nvPr/>
        </p:nvGrpSpPr>
        <p:grpSpPr>
          <a:xfrm>
            <a:off x="1913903" y="6794012"/>
            <a:ext cx="2960807" cy="3227181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78E44A15-B41B-4DBC-A8B3-0146E10DCAFE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FD44F4E9-7135-4518-81D1-DFB163713B6C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Yr12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4" name="CustomShape 10">
            <a:extLst>
              <a:ext uri="{FF2B5EF4-FFF2-40B4-BE49-F238E27FC236}">
                <a16:creationId xmlns:a16="http://schemas.microsoft.com/office/drawing/2014/main" id="{BE354535-D83B-473B-A302-3A52F9CCADCA}"/>
              </a:ext>
            </a:extLst>
          </p:cNvPr>
          <p:cNvSpPr/>
          <p:nvPr/>
        </p:nvSpPr>
        <p:spPr>
          <a:xfrm>
            <a:off x="944220" y="67667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54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Resblock1 Add – 8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Wr11 = 1 * 1 * 64 * 32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Br11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Wr12 = 3 * 3 * 32 * 64 / 1024 = 18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Br12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63 * 64 * 4 / 1024 = 15.75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Yr1 = 8 * 63 * 64 / 1024 = 31.5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Wr11 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22718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Yr1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0164" y="56126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0x15080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1277575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Wr12 = 18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58665" y="5808288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12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511150" y="61049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0x15180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61DFBA4F-BA5E-4A5C-A89A-1A513B5F7316}"/>
              </a:ext>
            </a:extLst>
          </p:cNvPr>
          <p:cNvSpPr/>
          <p:nvPr/>
        </p:nvSpPr>
        <p:spPr>
          <a:xfrm>
            <a:off x="5465055" y="826081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0x1A040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1" name="Group 15">
            <a:extLst>
              <a:ext uri="{FF2B5EF4-FFF2-40B4-BE49-F238E27FC236}">
                <a16:creationId xmlns:a16="http://schemas.microsoft.com/office/drawing/2014/main" id="{252FCB05-2E77-450B-8464-B966B1994B5D}"/>
              </a:ext>
            </a:extLst>
          </p:cNvPr>
          <p:cNvGrpSpPr/>
          <p:nvPr/>
        </p:nvGrpSpPr>
        <p:grpSpPr>
          <a:xfrm>
            <a:off x="1913903" y="6794012"/>
            <a:ext cx="2960807" cy="3227181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78E44A15-B41B-4DBC-A8B3-0146E10DCAFE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FD44F4E9-7135-4518-81D1-DFB163713B6C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Yr12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31.5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4" name="CustomShape 10">
            <a:extLst>
              <a:ext uri="{FF2B5EF4-FFF2-40B4-BE49-F238E27FC236}">
                <a16:creationId xmlns:a16="http://schemas.microsoft.com/office/drawing/2014/main" id="{BE354535-D83B-473B-A302-3A52F9CCADCA}"/>
              </a:ext>
            </a:extLst>
          </p:cNvPr>
          <p:cNvSpPr/>
          <p:nvPr/>
        </p:nvSpPr>
        <p:spPr>
          <a:xfrm>
            <a:off x="944220" y="67667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74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Group3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4813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Conv2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MaxPool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8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5169192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用了循环卷积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，记得循环权重和偏置！</a:t>
            </a:r>
            <a:endParaRPr lang="en-US" sz="3000" b="0" strike="noStrike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W21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这里存完整的偏置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保证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phase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发完权重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8 * 63 * 64 / 1024 = 31.5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Core1-7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发送第一行数据给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Core0-6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补交叠后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Yr1 = 9 * 63 * 64 / 1024 = 35.4375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2 * 31 * 64 * 4 / 1024 = 15.5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Y21 = 2 * 15 * 64 / 1024 = 1.875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3168352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W21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6797195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038192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r1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35.4375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38362" y="6662271"/>
            <a:ext cx="2960807" cy="580639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1.875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895478" y="662624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F462B964-BB44-47A7-BC74-50D27B586500}"/>
              </a:ext>
            </a:extLst>
          </p:cNvPr>
          <p:cNvSpPr/>
          <p:nvPr/>
        </p:nvSpPr>
        <p:spPr>
          <a:xfrm>
            <a:off x="5528886" y="666901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6E4D9CC8-B33B-45E9-BEFA-BB2A348CEB50}"/>
              </a:ext>
            </a:extLst>
          </p:cNvPr>
          <p:cNvGrpSpPr/>
          <p:nvPr/>
        </p:nvGrpSpPr>
        <p:grpSpPr>
          <a:xfrm>
            <a:off x="6524100" y="7272946"/>
            <a:ext cx="2960100" cy="1434240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5F29AA54-E24E-40BF-B09F-AB8819B4F0D2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B9F7AE7E-DC5A-4EF4-B5EB-4B4039C8731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 = 15.5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9AD99347-0E6B-4E9A-9713-A834ECDC5801}"/>
              </a:ext>
            </a:extLst>
          </p:cNvPr>
          <p:cNvSpPr/>
          <p:nvPr/>
        </p:nvSpPr>
        <p:spPr>
          <a:xfrm>
            <a:off x="5553371" y="725491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0x19200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085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Conv2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MaxPool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8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86086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个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phase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发权重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重复上一页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ppt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的过程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Y22 = 2 * 15 * 64 / 1024 = 1.875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Merge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后得到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15 * 128 / 1024 = 3.75 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3168352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6797195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3038192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r1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35.4375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895478" y="662624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F462B964-BB44-47A7-BC74-50D27B586500}"/>
              </a:ext>
            </a:extLst>
          </p:cNvPr>
          <p:cNvSpPr/>
          <p:nvPr/>
        </p:nvSpPr>
        <p:spPr>
          <a:xfrm>
            <a:off x="5528886" y="666901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3C87DC7B-1A89-44DE-B434-768F458A4159}"/>
              </a:ext>
            </a:extLst>
          </p:cNvPr>
          <p:cNvGrpSpPr/>
          <p:nvPr/>
        </p:nvGrpSpPr>
        <p:grpSpPr>
          <a:xfrm>
            <a:off x="6509147" y="7219807"/>
            <a:ext cx="2960100" cy="592640"/>
            <a:chOff x="6494040" y="3629520"/>
            <a:chExt cx="1643040" cy="4589640"/>
          </a:xfrm>
        </p:grpSpPr>
        <p:sp>
          <p:nvSpPr>
            <p:cNvPr id="27" name="CustomShape 13">
              <a:extLst>
                <a:ext uri="{FF2B5EF4-FFF2-40B4-BE49-F238E27FC236}">
                  <a16:creationId xmlns:a16="http://schemas.microsoft.com/office/drawing/2014/main" id="{AA922C3E-B467-41CA-B341-0F2CFAACF026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4">
              <a:extLst>
                <a:ext uri="{FF2B5EF4-FFF2-40B4-BE49-F238E27FC236}">
                  <a16:creationId xmlns:a16="http://schemas.microsoft.com/office/drawing/2014/main" id="{42A6F24F-F515-48BE-AE2E-1AC161BD583C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 = 3.75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5">
            <a:extLst>
              <a:ext uri="{FF2B5EF4-FFF2-40B4-BE49-F238E27FC236}">
                <a16:creationId xmlns:a16="http://schemas.microsoft.com/office/drawing/2014/main" id="{8525F498-F86C-4D71-A1B2-65388720BCFD}"/>
              </a:ext>
            </a:extLst>
          </p:cNvPr>
          <p:cNvGrpSpPr/>
          <p:nvPr/>
        </p:nvGrpSpPr>
        <p:grpSpPr>
          <a:xfrm>
            <a:off x="1938362" y="6662271"/>
            <a:ext cx="2960807" cy="580639"/>
            <a:chOff x="3652920" y="3584608"/>
            <a:chExt cx="1643040" cy="304200"/>
          </a:xfrm>
        </p:grpSpPr>
        <p:sp>
          <p:nvSpPr>
            <p:cNvPr id="31" name="CustomShape 16">
              <a:extLst>
                <a:ext uri="{FF2B5EF4-FFF2-40B4-BE49-F238E27FC236}">
                  <a16:creationId xmlns:a16="http://schemas.microsoft.com/office/drawing/2014/main" id="{80AD5776-A31A-4299-AA39-540980ABD41B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7">
              <a:extLst>
                <a:ext uri="{FF2B5EF4-FFF2-40B4-BE49-F238E27FC236}">
                  <a16:creationId xmlns:a16="http://schemas.microsoft.com/office/drawing/2014/main" id="{8BC754AE-C1D4-4981-99D9-03693D3A1417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1.875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2">
            <a:extLst>
              <a:ext uri="{FF2B5EF4-FFF2-40B4-BE49-F238E27FC236}">
                <a16:creationId xmlns:a16="http://schemas.microsoft.com/office/drawing/2014/main" id="{0E80B83C-AC08-4CEE-A0DA-BD6AE85E64C1}"/>
              </a:ext>
            </a:extLst>
          </p:cNvPr>
          <p:cNvGrpSpPr/>
          <p:nvPr/>
        </p:nvGrpSpPr>
        <p:grpSpPr>
          <a:xfrm>
            <a:off x="1931486" y="7260839"/>
            <a:ext cx="2960100" cy="592640"/>
            <a:chOff x="6494040" y="3629520"/>
            <a:chExt cx="1643040" cy="4589640"/>
          </a:xfrm>
        </p:grpSpPr>
        <p:sp>
          <p:nvSpPr>
            <p:cNvPr id="34" name="CustomShape 13">
              <a:extLst>
                <a:ext uri="{FF2B5EF4-FFF2-40B4-BE49-F238E27FC236}">
                  <a16:creationId xmlns:a16="http://schemas.microsoft.com/office/drawing/2014/main" id="{5CE0B33E-673A-4D3A-A0DA-ACAD5F9E0C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8" name="CustomShape 14">
              <a:extLst>
                <a:ext uri="{FF2B5EF4-FFF2-40B4-BE49-F238E27FC236}">
                  <a16:creationId xmlns:a16="http://schemas.microsoft.com/office/drawing/2014/main" id="{12B76B2F-F497-497A-96ED-65AAB0D390B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Y22 = 1.875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9" name="CustomShape 10">
            <a:extLst>
              <a:ext uri="{FF2B5EF4-FFF2-40B4-BE49-F238E27FC236}">
                <a16:creationId xmlns:a16="http://schemas.microsoft.com/office/drawing/2014/main" id="{B634A5C4-E1C6-461F-91C6-98C019C00D51}"/>
              </a:ext>
            </a:extLst>
          </p:cNvPr>
          <p:cNvSpPr/>
          <p:nvPr/>
        </p:nvSpPr>
        <p:spPr>
          <a:xfrm>
            <a:off x="903555" y="71465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0x8580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1" name="CustomShape 10">
            <a:extLst>
              <a:ext uri="{FF2B5EF4-FFF2-40B4-BE49-F238E27FC236}">
                <a16:creationId xmlns:a16="http://schemas.microsoft.com/office/drawing/2014/main" id="{DBF2D231-E94A-4E26-8941-2A49CCBB746E}"/>
              </a:ext>
            </a:extLst>
          </p:cNvPr>
          <p:cNvSpPr/>
          <p:nvPr/>
        </p:nvSpPr>
        <p:spPr>
          <a:xfrm>
            <a:off x="5553371" y="725491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0x19200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1987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Group4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51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Conv3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MaxPool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4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286086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W3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 * 3 * 128 * 32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B3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Y2 = 15 * 15 * 128 / 1024 = 28.125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2 * 13 * 32 * 4 / 1024 = 3.25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6 * 6 * 32 / 1024 = 1.125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3404514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W3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6296" y="7010659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2684383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Y2 = 28.125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0164" y="69526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895478" y="61966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0x7080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643AF5AA-9DD2-4886-B096-4636E7ED660D}"/>
              </a:ext>
            </a:extLst>
          </p:cNvPr>
          <p:cNvSpPr/>
          <p:nvPr/>
        </p:nvSpPr>
        <p:spPr>
          <a:xfrm>
            <a:off x="5508354" y="733249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5">
            <a:extLst>
              <a:ext uri="{FF2B5EF4-FFF2-40B4-BE49-F238E27FC236}">
                <a16:creationId xmlns:a16="http://schemas.microsoft.com/office/drawing/2014/main" id="{2E1BEA4D-E019-4AFB-9A28-36FA3F831D39}"/>
              </a:ext>
            </a:extLst>
          </p:cNvPr>
          <p:cNvGrpSpPr/>
          <p:nvPr/>
        </p:nvGrpSpPr>
        <p:grpSpPr>
          <a:xfrm>
            <a:off x="1884160" y="6289213"/>
            <a:ext cx="2960807" cy="463644"/>
            <a:chOff x="3652920" y="3577980"/>
            <a:chExt cx="1643040" cy="310828"/>
          </a:xfrm>
        </p:grpSpPr>
        <p:sp>
          <p:nvSpPr>
            <p:cNvPr id="31" name="CustomShape 16">
              <a:extLst>
                <a:ext uri="{FF2B5EF4-FFF2-40B4-BE49-F238E27FC236}">
                  <a16:creationId xmlns:a16="http://schemas.microsoft.com/office/drawing/2014/main" id="{7251890A-1231-4B61-BC99-F98BAB430595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7">
              <a:extLst>
                <a:ext uri="{FF2B5EF4-FFF2-40B4-BE49-F238E27FC236}">
                  <a16:creationId xmlns:a16="http://schemas.microsoft.com/office/drawing/2014/main" id="{B2A1FB89-6573-4A36-B6EF-127FC9FD7055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3" name="Group 12">
            <a:extLst>
              <a:ext uri="{FF2B5EF4-FFF2-40B4-BE49-F238E27FC236}">
                <a16:creationId xmlns:a16="http://schemas.microsoft.com/office/drawing/2014/main" id="{007F1AD7-C09A-46B4-B6DA-5DE922CBDBB8}"/>
              </a:ext>
            </a:extLst>
          </p:cNvPr>
          <p:cNvGrpSpPr/>
          <p:nvPr/>
        </p:nvGrpSpPr>
        <p:grpSpPr>
          <a:xfrm>
            <a:off x="6520868" y="7497450"/>
            <a:ext cx="2960100" cy="659855"/>
            <a:chOff x="6494040" y="3629520"/>
            <a:chExt cx="1643040" cy="4589640"/>
          </a:xfrm>
        </p:grpSpPr>
        <p:sp>
          <p:nvSpPr>
            <p:cNvPr id="34" name="CustomShape 13">
              <a:extLst>
                <a:ext uri="{FF2B5EF4-FFF2-40B4-BE49-F238E27FC236}">
                  <a16:creationId xmlns:a16="http://schemas.microsoft.com/office/drawing/2014/main" id="{75103962-6792-4DE8-9528-ED2E9CC6C53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1" name="CustomShape 14">
              <a:extLst>
                <a:ext uri="{FF2B5EF4-FFF2-40B4-BE49-F238E27FC236}">
                  <a16:creationId xmlns:a16="http://schemas.microsoft.com/office/drawing/2014/main" id="{D5EE9ADA-3C3F-4215-8D2A-D3D6E985623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3.25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801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Group5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3789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Resblock2 Conv1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1 core (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没拆分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6554187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Br32 = 64 * 4 / 1024 = 0.25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 * 64 * 4 / 1024 = 1.5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Yr21 = 6 * 6 * 64 / 1024 = 2.25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Wr21 = 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03736" y="7729993"/>
            <a:ext cx="2960100" cy="66117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0x12100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7258462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475105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5" name="CustomShape 10">
            <a:extLst>
              <a:ext uri="{FF2B5EF4-FFF2-40B4-BE49-F238E27FC236}">
                <a16:creationId xmlns:a16="http://schemas.microsoft.com/office/drawing/2014/main" id="{B0D77992-1BF9-4180-B7E0-DE17F142FD46}"/>
              </a:ext>
            </a:extLst>
          </p:cNvPr>
          <p:cNvSpPr/>
          <p:nvPr/>
        </p:nvSpPr>
        <p:spPr>
          <a:xfrm>
            <a:off x="926492" y="45261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0x2100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9117C0D9-1EC4-4FB7-BBB0-CABD9ACD1391}"/>
              </a:ext>
            </a:extLst>
          </p:cNvPr>
          <p:cNvGrpSpPr/>
          <p:nvPr/>
        </p:nvGrpSpPr>
        <p:grpSpPr>
          <a:xfrm>
            <a:off x="1911454" y="4086872"/>
            <a:ext cx="2960807" cy="463644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F2331A2B-6054-443A-9726-4E0D92BB4606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7DBA3B08-C53E-4F20-90E4-DFDF417EE8AF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2D1CAB9E-9C53-4B9F-B50D-A97DEA813803}"/>
              </a:ext>
            </a:extLst>
          </p:cNvPr>
          <p:cNvGrpSpPr/>
          <p:nvPr/>
        </p:nvGrpSpPr>
        <p:grpSpPr>
          <a:xfrm>
            <a:off x="1927268" y="4547513"/>
            <a:ext cx="2960100" cy="2733951"/>
            <a:chOff x="6494040" y="3591707"/>
            <a:chExt cx="1643040" cy="4627453"/>
          </a:xfrm>
        </p:grpSpPr>
        <p:sp>
          <p:nvSpPr>
            <p:cNvPr id="56" name="CustomShape 13">
              <a:extLst>
                <a:ext uri="{FF2B5EF4-FFF2-40B4-BE49-F238E27FC236}">
                  <a16:creationId xmlns:a16="http://schemas.microsoft.com/office/drawing/2014/main" id="{71D23983-AD72-46B6-BE6D-62A7A0447E7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CustomShape 14">
              <a:extLst>
                <a:ext uri="{FF2B5EF4-FFF2-40B4-BE49-F238E27FC236}">
                  <a16:creationId xmlns:a16="http://schemas.microsoft.com/office/drawing/2014/main" id="{8C00C557-EBD9-4FD2-85ED-6308CEC6AC59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6D536351-6590-47C1-9BFA-587845C7BA42}"/>
              </a:ext>
            </a:extLst>
          </p:cNvPr>
          <p:cNvGrpSpPr/>
          <p:nvPr/>
        </p:nvGrpSpPr>
        <p:grpSpPr>
          <a:xfrm>
            <a:off x="1911453" y="7245526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3ACD6EA8-C4BD-4FDB-9DAA-31C47C5046F3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89CE2B9A-BCDC-4CC4-95AC-50E4D8D7A79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A3D1DCCC-B672-421C-984D-316C14216DFF}"/>
              </a:ext>
            </a:extLst>
          </p:cNvPr>
          <p:cNvGrpSpPr/>
          <p:nvPr/>
        </p:nvGrpSpPr>
        <p:grpSpPr>
          <a:xfrm>
            <a:off x="6502514" y="7721808"/>
            <a:ext cx="2960100" cy="548281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23F9D09-B3D9-4652-9F18-8827E40A2A9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7FE94DE2-2FE9-41D3-AD7B-3E65F7286D1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Yr21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F64CF0A9-6400-4925-BFC1-6D6542ED5935}"/>
              </a:ext>
            </a:extLst>
          </p:cNvPr>
          <p:cNvSpPr/>
          <p:nvPr/>
        </p:nvSpPr>
        <p:spPr>
          <a:xfrm>
            <a:off x="5468793" y="758186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8A7DAF5E-C9D5-41BB-ACB3-5341E25FCDCE}"/>
              </a:ext>
            </a:extLst>
          </p:cNvPr>
          <p:cNvSpPr/>
          <p:nvPr/>
        </p:nvSpPr>
        <p:spPr>
          <a:xfrm>
            <a:off x="944220" y="39522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5" name="CustomShape 10">
            <a:extLst>
              <a:ext uri="{FF2B5EF4-FFF2-40B4-BE49-F238E27FC236}">
                <a16:creationId xmlns:a16="http://schemas.microsoft.com/office/drawing/2014/main" id="{EB4A17BC-9911-449C-B789-F7770A1143EA}"/>
              </a:ext>
            </a:extLst>
          </p:cNvPr>
          <p:cNvSpPr/>
          <p:nvPr/>
        </p:nvSpPr>
        <p:spPr>
          <a:xfrm>
            <a:off x="934322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6" name="CustomShape 10">
            <a:extLst>
              <a:ext uri="{FF2B5EF4-FFF2-40B4-BE49-F238E27FC236}">
                <a16:creationId xmlns:a16="http://schemas.microsoft.com/office/drawing/2014/main" id="{16FB693A-23A0-49BF-AA10-3845F136E0B4}"/>
              </a:ext>
            </a:extLst>
          </p:cNvPr>
          <p:cNvSpPr/>
          <p:nvPr/>
        </p:nvSpPr>
        <p:spPr>
          <a:xfrm>
            <a:off x="979102" y="75579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7" name="CustomShape 10">
            <a:extLst>
              <a:ext uri="{FF2B5EF4-FFF2-40B4-BE49-F238E27FC236}">
                <a16:creationId xmlns:a16="http://schemas.microsoft.com/office/drawing/2014/main" id="{79C72BD1-1FBC-4E00-9557-300BB609CE1B}"/>
              </a:ext>
            </a:extLst>
          </p:cNvPr>
          <p:cNvSpPr/>
          <p:nvPr/>
        </p:nvSpPr>
        <p:spPr>
          <a:xfrm>
            <a:off x="982065" y="82866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0xC400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454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Resblock2 Conv2 Cut – 2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015852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Br32 = 64 * 4 / 1024 = 0.25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Yr21 = 6 * 6 * 64 / 1024 = 2.25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 * 64 * 4 / 1024 = 1.5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Yr22 = 6 * 6 * 64 / 1024 = 2.25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03736" y="7729993"/>
            <a:ext cx="2960100" cy="66117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7258462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9117C0D9-1EC4-4FB7-BBB0-CABD9ACD1391}"/>
              </a:ext>
            </a:extLst>
          </p:cNvPr>
          <p:cNvGrpSpPr/>
          <p:nvPr/>
        </p:nvGrpSpPr>
        <p:grpSpPr>
          <a:xfrm>
            <a:off x="1911454" y="4086872"/>
            <a:ext cx="2960807" cy="463644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F2331A2B-6054-443A-9726-4E0D92BB4606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7DBA3B08-C53E-4F20-90E4-DFDF417EE8AF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2D1CAB9E-9C53-4B9F-B50D-A97DEA813803}"/>
              </a:ext>
            </a:extLst>
          </p:cNvPr>
          <p:cNvGrpSpPr/>
          <p:nvPr/>
        </p:nvGrpSpPr>
        <p:grpSpPr>
          <a:xfrm>
            <a:off x="1927268" y="4547513"/>
            <a:ext cx="2960100" cy="2733951"/>
            <a:chOff x="6494040" y="3591707"/>
            <a:chExt cx="1643040" cy="4627453"/>
          </a:xfrm>
        </p:grpSpPr>
        <p:sp>
          <p:nvSpPr>
            <p:cNvPr id="56" name="CustomShape 13">
              <a:extLst>
                <a:ext uri="{FF2B5EF4-FFF2-40B4-BE49-F238E27FC236}">
                  <a16:creationId xmlns:a16="http://schemas.microsoft.com/office/drawing/2014/main" id="{71D23983-AD72-46B6-BE6D-62A7A0447E7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CustomShape 14">
              <a:extLst>
                <a:ext uri="{FF2B5EF4-FFF2-40B4-BE49-F238E27FC236}">
                  <a16:creationId xmlns:a16="http://schemas.microsoft.com/office/drawing/2014/main" id="{8C00C557-EBD9-4FD2-85ED-6308CEC6AC59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6D536351-6590-47C1-9BFA-587845C7BA42}"/>
              </a:ext>
            </a:extLst>
          </p:cNvPr>
          <p:cNvGrpSpPr/>
          <p:nvPr/>
        </p:nvGrpSpPr>
        <p:grpSpPr>
          <a:xfrm>
            <a:off x="1911453" y="7245526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3ACD6EA8-C4BD-4FDB-9DAA-31C47C5046F3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89CE2B9A-BCDC-4CC4-95AC-50E4D8D7A79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A3D1DCCC-B672-421C-984D-316C14216DFF}"/>
              </a:ext>
            </a:extLst>
          </p:cNvPr>
          <p:cNvGrpSpPr/>
          <p:nvPr/>
        </p:nvGrpSpPr>
        <p:grpSpPr>
          <a:xfrm>
            <a:off x="6502514" y="7721808"/>
            <a:ext cx="2960100" cy="548281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23F9D09-B3D9-4652-9F18-8827E40A2A9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7FE94DE2-2FE9-41D3-AD7B-3E65F7286D1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Yr21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D4169B22-BD7E-4614-9F98-AB2E3CB409B3}"/>
              </a:ext>
            </a:extLst>
          </p:cNvPr>
          <p:cNvGrpSpPr/>
          <p:nvPr/>
        </p:nvGrpSpPr>
        <p:grpSpPr>
          <a:xfrm>
            <a:off x="6484908" y="8252350"/>
            <a:ext cx="2960807" cy="690484"/>
            <a:chOff x="3652920" y="3577980"/>
            <a:chExt cx="1643040" cy="310828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7DA9A87F-9467-4219-85EF-CF286E45BC1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0BD87898-37F6-422A-8EEA-EA11FFCB933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Yr22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5" name="CustomShape 10">
            <a:extLst>
              <a:ext uri="{FF2B5EF4-FFF2-40B4-BE49-F238E27FC236}">
                <a16:creationId xmlns:a16="http://schemas.microsoft.com/office/drawing/2014/main" id="{58663785-FEE2-48CC-89C1-63AEEAAE821B}"/>
              </a:ext>
            </a:extLst>
          </p:cNvPr>
          <p:cNvSpPr/>
          <p:nvPr/>
        </p:nvSpPr>
        <p:spPr>
          <a:xfrm>
            <a:off x="926492" y="45261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3AED5DF8-9D87-4645-831F-02FF336A5AA1}"/>
              </a:ext>
            </a:extLst>
          </p:cNvPr>
          <p:cNvSpPr/>
          <p:nvPr/>
        </p:nvSpPr>
        <p:spPr>
          <a:xfrm>
            <a:off x="944220" y="39522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0" name="CustomShape 10">
            <a:extLst>
              <a:ext uri="{FF2B5EF4-FFF2-40B4-BE49-F238E27FC236}">
                <a16:creationId xmlns:a16="http://schemas.microsoft.com/office/drawing/2014/main" id="{9CFC4E88-1D82-4D74-9BDE-74A90C9EC9EB}"/>
              </a:ext>
            </a:extLst>
          </p:cNvPr>
          <p:cNvSpPr/>
          <p:nvPr/>
        </p:nvSpPr>
        <p:spPr>
          <a:xfrm>
            <a:off x="934322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1" name="CustomShape 10">
            <a:extLst>
              <a:ext uri="{FF2B5EF4-FFF2-40B4-BE49-F238E27FC236}">
                <a16:creationId xmlns:a16="http://schemas.microsoft.com/office/drawing/2014/main" id="{CCDB7C80-8E26-4451-A013-320C4AF82712}"/>
              </a:ext>
            </a:extLst>
          </p:cNvPr>
          <p:cNvSpPr/>
          <p:nvPr/>
        </p:nvSpPr>
        <p:spPr>
          <a:xfrm>
            <a:off x="979102" y="75579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190BE4E9-78CE-4045-AE83-B93E2BA181F5}"/>
              </a:ext>
            </a:extLst>
          </p:cNvPr>
          <p:cNvSpPr/>
          <p:nvPr/>
        </p:nvSpPr>
        <p:spPr>
          <a:xfrm>
            <a:off x="982065" y="82866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0xC400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10">
            <a:extLst>
              <a:ext uri="{FF2B5EF4-FFF2-40B4-BE49-F238E27FC236}">
                <a16:creationId xmlns:a16="http://schemas.microsoft.com/office/drawing/2014/main" id="{3A7CE182-00B8-499B-B093-710FFACAF058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4" name="CustomShape 10">
            <a:extLst>
              <a:ext uri="{FF2B5EF4-FFF2-40B4-BE49-F238E27FC236}">
                <a16:creationId xmlns:a16="http://schemas.microsoft.com/office/drawing/2014/main" id="{4811D9EA-75EA-46AD-9CBC-0AAB0ED56688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5" name="CustomShape 10">
            <a:extLst>
              <a:ext uri="{FF2B5EF4-FFF2-40B4-BE49-F238E27FC236}">
                <a16:creationId xmlns:a16="http://schemas.microsoft.com/office/drawing/2014/main" id="{95A34F2F-F356-455B-B339-FB880B51AD7E}"/>
              </a:ext>
            </a:extLst>
          </p:cNvPr>
          <p:cNvSpPr/>
          <p:nvPr/>
        </p:nvSpPr>
        <p:spPr>
          <a:xfrm>
            <a:off x="5475105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6" name="CustomShape 10">
            <a:extLst>
              <a:ext uri="{FF2B5EF4-FFF2-40B4-BE49-F238E27FC236}">
                <a16:creationId xmlns:a16="http://schemas.microsoft.com/office/drawing/2014/main" id="{B65223DD-FF3B-4450-B58A-68FB3470BA07}"/>
              </a:ext>
            </a:extLst>
          </p:cNvPr>
          <p:cNvSpPr/>
          <p:nvPr/>
        </p:nvSpPr>
        <p:spPr>
          <a:xfrm>
            <a:off x="5468793" y="758186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7" name="CustomShape 10">
            <a:extLst>
              <a:ext uri="{FF2B5EF4-FFF2-40B4-BE49-F238E27FC236}">
                <a16:creationId xmlns:a16="http://schemas.microsoft.com/office/drawing/2014/main" id="{57167505-DF5D-43C7-BBFF-E41922073994}"/>
              </a:ext>
            </a:extLst>
          </p:cNvPr>
          <p:cNvSpPr/>
          <p:nvPr/>
        </p:nvSpPr>
        <p:spPr>
          <a:xfrm>
            <a:off x="5495926" y="879217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8" name="CustomShape 10">
            <a:extLst>
              <a:ext uri="{FF2B5EF4-FFF2-40B4-BE49-F238E27FC236}">
                <a16:creationId xmlns:a16="http://schemas.microsoft.com/office/drawing/2014/main" id="{829BC42A-FA65-421A-95E9-38A802C81CDA}"/>
              </a:ext>
            </a:extLst>
          </p:cNvPr>
          <p:cNvSpPr/>
          <p:nvPr/>
        </p:nvSpPr>
        <p:spPr>
          <a:xfrm>
            <a:off x="5486459" y="81885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0x1BB00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1479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Resblock2 Add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Relu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477516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Wr22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Br22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Wr31 = 1 * 1 * 128 * 64 / 1024 = 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Wr32 = 3 * 3 * 64 * 64 / 1024 = 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Br32 = 64 * 4 / 1024 = 0.25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互相发送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后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merge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Yr22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Yr2 = 6 * 6 * 128 / 1024 = 4.5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03736" y="7729993"/>
            <a:ext cx="2960100" cy="661171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7258462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9117C0D9-1EC4-4FB7-BBB0-CABD9ACD1391}"/>
              </a:ext>
            </a:extLst>
          </p:cNvPr>
          <p:cNvGrpSpPr/>
          <p:nvPr/>
        </p:nvGrpSpPr>
        <p:grpSpPr>
          <a:xfrm>
            <a:off x="1911454" y="4086872"/>
            <a:ext cx="2960807" cy="463644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F2331A2B-6054-443A-9726-4E0D92BB4606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7DBA3B08-C53E-4F20-90E4-DFDF417EE8AF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2D1CAB9E-9C53-4B9F-B50D-A97DEA813803}"/>
              </a:ext>
            </a:extLst>
          </p:cNvPr>
          <p:cNvGrpSpPr/>
          <p:nvPr/>
        </p:nvGrpSpPr>
        <p:grpSpPr>
          <a:xfrm>
            <a:off x="1927268" y="4547513"/>
            <a:ext cx="2960100" cy="2733951"/>
            <a:chOff x="6494040" y="3591707"/>
            <a:chExt cx="1643040" cy="4627453"/>
          </a:xfrm>
        </p:grpSpPr>
        <p:sp>
          <p:nvSpPr>
            <p:cNvPr id="56" name="CustomShape 13">
              <a:extLst>
                <a:ext uri="{FF2B5EF4-FFF2-40B4-BE49-F238E27FC236}">
                  <a16:creationId xmlns:a16="http://schemas.microsoft.com/office/drawing/2014/main" id="{71D23983-AD72-46B6-BE6D-62A7A0447E7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CustomShape 14">
              <a:extLst>
                <a:ext uri="{FF2B5EF4-FFF2-40B4-BE49-F238E27FC236}">
                  <a16:creationId xmlns:a16="http://schemas.microsoft.com/office/drawing/2014/main" id="{8C00C557-EBD9-4FD2-85ED-6308CEC6AC59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6D536351-6590-47C1-9BFA-587845C7BA42}"/>
              </a:ext>
            </a:extLst>
          </p:cNvPr>
          <p:cNvGrpSpPr/>
          <p:nvPr/>
        </p:nvGrpSpPr>
        <p:grpSpPr>
          <a:xfrm>
            <a:off x="1911453" y="7245526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3ACD6EA8-C4BD-4FDB-9DAA-31C47C5046F3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89CE2B9A-BCDC-4CC4-95AC-50E4D8D7A79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D4169B22-BD7E-4614-9F98-AB2E3CB409B3}"/>
              </a:ext>
            </a:extLst>
          </p:cNvPr>
          <p:cNvGrpSpPr/>
          <p:nvPr/>
        </p:nvGrpSpPr>
        <p:grpSpPr>
          <a:xfrm>
            <a:off x="1911454" y="8387214"/>
            <a:ext cx="2960807" cy="690484"/>
            <a:chOff x="3652920" y="3577980"/>
            <a:chExt cx="1643040" cy="310828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7DA9A87F-9467-4219-85EF-CF286E45BC1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0BD87898-37F6-422A-8EEA-EA11FFCB933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Yr22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5" name="Group 12">
            <a:extLst>
              <a:ext uri="{FF2B5EF4-FFF2-40B4-BE49-F238E27FC236}">
                <a16:creationId xmlns:a16="http://schemas.microsoft.com/office/drawing/2014/main" id="{7340C6B3-66C3-4964-88FA-309715BC42C6}"/>
              </a:ext>
            </a:extLst>
          </p:cNvPr>
          <p:cNvGrpSpPr/>
          <p:nvPr/>
        </p:nvGrpSpPr>
        <p:grpSpPr>
          <a:xfrm>
            <a:off x="6484908" y="7709170"/>
            <a:ext cx="2960100" cy="661171"/>
            <a:chOff x="6494040" y="3629520"/>
            <a:chExt cx="1643040" cy="4589640"/>
          </a:xfrm>
        </p:grpSpPr>
        <p:sp>
          <p:nvSpPr>
            <p:cNvPr id="66" name="CustomShape 13">
              <a:extLst>
                <a:ext uri="{FF2B5EF4-FFF2-40B4-BE49-F238E27FC236}">
                  <a16:creationId xmlns:a16="http://schemas.microsoft.com/office/drawing/2014/main" id="{073A7208-A112-4F08-8A92-43D4D1B8D52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4">
              <a:extLst>
                <a:ext uri="{FF2B5EF4-FFF2-40B4-BE49-F238E27FC236}">
                  <a16:creationId xmlns:a16="http://schemas.microsoft.com/office/drawing/2014/main" id="{C37D497C-D00F-4BD7-9600-D24F26318EA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1" name="CustomShape 10">
            <a:extLst>
              <a:ext uri="{FF2B5EF4-FFF2-40B4-BE49-F238E27FC236}">
                <a16:creationId xmlns:a16="http://schemas.microsoft.com/office/drawing/2014/main" id="{ECDBC579-343A-4E7D-A212-E09FA9D00050}"/>
              </a:ext>
            </a:extLst>
          </p:cNvPr>
          <p:cNvSpPr/>
          <p:nvPr/>
        </p:nvSpPr>
        <p:spPr>
          <a:xfrm>
            <a:off x="926492" y="45261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18EB5FC7-BE19-4C80-BB4B-4EDB0D3B6128}"/>
              </a:ext>
            </a:extLst>
          </p:cNvPr>
          <p:cNvSpPr/>
          <p:nvPr/>
        </p:nvSpPr>
        <p:spPr>
          <a:xfrm>
            <a:off x="944220" y="39522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10">
            <a:extLst>
              <a:ext uri="{FF2B5EF4-FFF2-40B4-BE49-F238E27FC236}">
                <a16:creationId xmlns:a16="http://schemas.microsoft.com/office/drawing/2014/main" id="{C464522F-5C17-4CA7-8C57-BA85B24C5F68}"/>
              </a:ext>
            </a:extLst>
          </p:cNvPr>
          <p:cNvSpPr/>
          <p:nvPr/>
        </p:nvSpPr>
        <p:spPr>
          <a:xfrm>
            <a:off x="934322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4" name="CustomShape 10">
            <a:extLst>
              <a:ext uri="{FF2B5EF4-FFF2-40B4-BE49-F238E27FC236}">
                <a16:creationId xmlns:a16="http://schemas.microsoft.com/office/drawing/2014/main" id="{B90D6B68-8B4C-4B9B-A28D-369C7C3A78B7}"/>
              </a:ext>
            </a:extLst>
          </p:cNvPr>
          <p:cNvSpPr/>
          <p:nvPr/>
        </p:nvSpPr>
        <p:spPr>
          <a:xfrm>
            <a:off x="979102" y="75579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5" name="CustomShape 10">
            <a:extLst>
              <a:ext uri="{FF2B5EF4-FFF2-40B4-BE49-F238E27FC236}">
                <a16:creationId xmlns:a16="http://schemas.microsoft.com/office/drawing/2014/main" id="{AFE15DEF-FE21-4066-82BC-CBFAACC4A3A4}"/>
              </a:ext>
            </a:extLst>
          </p:cNvPr>
          <p:cNvSpPr/>
          <p:nvPr/>
        </p:nvSpPr>
        <p:spPr>
          <a:xfrm>
            <a:off x="982065" y="828662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0xC400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6" name="CustomShape 10">
            <a:extLst>
              <a:ext uri="{FF2B5EF4-FFF2-40B4-BE49-F238E27FC236}">
                <a16:creationId xmlns:a16="http://schemas.microsoft.com/office/drawing/2014/main" id="{60EF4072-4F04-4DD2-94B6-FF1F6F445F9C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7" name="CustomShape 10">
            <a:extLst>
              <a:ext uri="{FF2B5EF4-FFF2-40B4-BE49-F238E27FC236}">
                <a16:creationId xmlns:a16="http://schemas.microsoft.com/office/drawing/2014/main" id="{065FE33D-9370-4319-A6BC-A3526EDAF66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8" name="CustomShape 10">
            <a:extLst>
              <a:ext uri="{FF2B5EF4-FFF2-40B4-BE49-F238E27FC236}">
                <a16:creationId xmlns:a16="http://schemas.microsoft.com/office/drawing/2014/main" id="{6513D991-3D18-48AB-8DFF-EEB221186262}"/>
              </a:ext>
            </a:extLst>
          </p:cNvPr>
          <p:cNvSpPr/>
          <p:nvPr/>
        </p:nvSpPr>
        <p:spPr>
          <a:xfrm>
            <a:off x="5475105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9" name="CustomShape 10">
            <a:extLst>
              <a:ext uri="{FF2B5EF4-FFF2-40B4-BE49-F238E27FC236}">
                <a16:creationId xmlns:a16="http://schemas.microsoft.com/office/drawing/2014/main" id="{3600B36E-65F6-40C6-8C72-FD61C3013660}"/>
              </a:ext>
            </a:extLst>
          </p:cNvPr>
          <p:cNvSpPr/>
          <p:nvPr/>
        </p:nvSpPr>
        <p:spPr>
          <a:xfrm>
            <a:off x="5468793" y="758186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5" name="CustomShape 10">
            <a:extLst>
              <a:ext uri="{FF2B5EF4-FFF2-40B4-BE49-F238E27FC236}">
                <a16:creationId xmlns:a16="http://schemas.microsoft.com/office/drawing/2014/main" id="{E11A07CC-1326-4857-9BA8-43C683A950EC}"/>
              </a:ext>
            </a:extLst>
          </p:cNvPr>
          <p:cNvSpPr/>
          <p:nvPr/>
        </p:nvSpPr>
        <p:spPr>
          <a:xfrm>
            <a:off x="955744" y="895574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0xD600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173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Resblock3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和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Resblock2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对偶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不写啦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~~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37775"/>
            <a:ext cx="2960100" cy="496485"/>
            <a:chOff x="6494040" y="3591707"/>
            <a:chExt cx="1643040" cy="4627453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4560449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7258462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Wr31 = 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9117C0D9-1EC4-4FB7-BBB0-CABD9ACD1391}"/>
              </a:ext>
            </a:extLst>
          </p:cNvPr>
          <p:cNvGrpSpPr/>
          <p:nvPr/>
        </p:nvGrpSpPr>
        <p:grpSpPr>
          <a:xfrm>
            <a:off x="1911454" y="4086872"/>
            <a:ext cx="2960807" cy="463644"/>
            <a:chOff x="3652920" y="3577980"/>
            <a:chExt cx="1643040" cy="310828"/>
          </a:xfrm>
        </p:grpSpPr>
        <p:sp>
          <p:nvSpPr>
            <p:cNvPr id="42" name="CustomShape 16">
              <a:extLst>
                <a:ext uri="{FF2B5EF4-FFF2-40B4-BE49-F238E27FC236}">
                  <a16:creationId xmlns:a16="http://schemas.microsoft.com/office/drawing/2014/main" id="{F2331A2B-6054-443A-9726-4E0D92BB4606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CustomShape 17">
              <a:extLst>
                <a:ext uri="{FF2B5EF4-FFF2-40B4-BE49-F238E27FC236}">
                  <a16:creationId xmlns:a16="http://schemas.microsoft.com/office/drawing/2014/main" id="{7DBA3B08-C53E-4F20-90E4-DFDF417EE8AF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Br3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2D1CAB9E-9C53-4B9F-B50D-A97DEA813803}"/>
              </a:ext>
            </a:extLst>
          </p:cNvPr>
          <p:cNvGrpSpPr/>
          <p:nvPr/>
        </p:nvGrpSpPr>
        <p:grpSpPr>
          <a:xfrm>
            <a:off x="1927268" y="4547513"/>
            <a:ext cx="2960100" cy="2733951"/>
            <a:chOff x="6494040" y="3591707"/>
            <a:chExt cx="1643040" cy="4627453"/>
          </a:xfrm>
        </p:grpSpPr>
        <p:sp>
          <p:nvSpPr>
            <p:cNvPr id="56" name="CustomShape 13">
              <a:extLst>
                <a:ext uri="{FF2B5EF4-FFF2-40B4-BE49-F238E27FC236}">
                  <a16:creationId xmlns:a16="http://schemas.microsoft.com/office/drawing/2014/main" id="{71D23983-AD72-46B6-BE6D-62A7A0447E7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CustomShape 14">
              <a:extLst>
                <a:ext uri="{FF2B5EF4-FFF2-40B4-BE49-F238E27FC236}">
                  <a16:creationId xmlns:a16="http://schemas.microsoft.com/office/drawing/2014/main" id="{8C00C557-EBD9-4FD2-85ED-6308CEC6AC59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Wr22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8" name="Group 15">
            <a:extLst>
              <a:ext uri="{FF2B5EF4-FFF2-40B4-BE49-F238E27FC236}">
                <a16:creationId xmlns:a16="http://schemas.microsoft.com/office/drawing/2014/main" id="{6D536351-6590-47C1-9BFA-587845C7BA42}"/>
              </a:ext>
            </a:extLst>
          </p:cNvPr>
          <p:cNvGrpSpPr/>
          <p:nvPr/>
        </p:nvGrpSpPr>
        <p:grpSpPr>
          <a:xfrm>
            <a:off x="1911453" y="7245526"/>
            <a:ext cx="2960807" cy="463644"/>
            <a:chOff x="3652920" y="3577980"/>
            <a:chExt cx="1643040" cy="310828"/>
          </a:xfrm>
        </p:grpSpPr>
        <p:sp>
          <p:nvSpPr>
            <p:cNvPr id="59" name="CustomShape 16">
              <a:extLst>
                <a:ext uri="{FF2B5EF4-FFF2-40B4-BE49-F238E27FC236}">
                  <a16:creationId xmlns:a16="http://schemas.microsoft.com/office/drawing/2014/main" id="{3ACD6EA8-C4BD-4FDB-9DAA-31C47C5046F3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89CE2B9A-BCDC-4CC4-95AC-50E4D8D7A79D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2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5" name="Group 12">
            <a:extLst>
              <a:ext uri="{FF2B5EF4-FFF2-40B4-BE49-F238E27FC236}">
                <a16:creationId xmlns:a16="http://schemas.microsoft.com/office/drawing/2014/main" id="{7340C6B3-66C3-4964-88FA-309715BC42C6}"/>
              </a:ext>
            </a:extLst>
          </p:cNvPr>
          <p:cNvGrpSpPr/>
          <p:nvPr/>
        </p:nvGrpSpPr>
        <p:grpSpPr>
          <a:xfrm>
            <a:off x="6484908" y="7709170"/>
            <a:ext cx="2960100" cy="661171"/>
            <a:chOff x="6494040" y="3629520"/>
            <a:chExt cx="1643040" cy="4589640"/>
          </a:xfrm>
        </p:grpSpPr>
        <p:sp>
          <p:nvSpPr>
            <p:cNvPr id="66" name="CustomShape 13">
              <a:extLst>
                <a:ext uri="{FF2B5EF4-FFF2-40B4-BE49-F238E27FC236}">
                  <a16:creationId xmlns:a16="http://schemas.microsoft.com/office/drawing/2014/main" id="{073A7208-A112-4F08-8A92-43D4D1B8D52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4">
              <a:extLst>
                <a:ext uri="{FF2B5EF4-FFF2-40B4-BE49-F238E27FC236}">
                  <a16:creationId xmlns:a16="http://schemas.microsoft.com/office/drawing/2014/main" id="{C37D497C-D00F-4BD7-9600-D24F26318EA8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1" name="CustomShape 10">
            <a:extLst>
              <a:ext uri="{FF2B5EF4-FFF2-40B4-BE49-F238E27FC236}">
                <a16:creationId xmlns:a16="http://schemas.microsoft.com/office/drawing/2014/main" id="{5214FBEB-D1ED-4FC4-AEC5-6919A9668D96}"/>
              </a:ext>
            </a:extLst>
          </p:cNvPr>
          <p:cNvSpPr/>
          <p:nvPr/>
        </p:nvSpPr>
        <p:spPr>
          <a:xfrm>
            <a:off x="926492" y="45261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3F588DCA-D268-48C4-84C2-CC053FAE485B}"/>
              </a:ext>
            </a:extLst>
          </p:cNvPr>
          <p:cNvSpPr/>
          <p:nvPr/>
        </p:nvSpPr>
        <p:spPr>
          <a:xfrm>
            <a:off x="944220" y="395221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10">
            <a:extLst>
              <a:ext uri="{FF2B5EF4-FFF2-40B4-BE49-F238E27FC236}">
                <a16:creationId xmlns:a16="http://schemas.microsoft.com/office/drawing/2014/main" id="{5A372F91-F782-4689-945B-6A4F2CF995CA}"/>
              </a:ext>
            </a:extLst>
          </p:cNvPr>
          <p:cNvSpPr/>
          <p:nvPr/>
        </p:nvSpPr>
        <p:spPr>
          <a:xfrm>
            <a:off x="934322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4" name="CustomShape 10">
            <a:extLst>
              <a:ext uri="{FF2B5EF4-FFF2-40B4-BE49-F238E27FC236}">
                <a16:creationId xmlns:a16="http://schemas.microsoft.com/office/drawing/2014/main" id="{752BB4EB-33F9-429B-91D2-0D28AF47EC2B}"/>
              </a:ext>
            </a:extLst>
          </p:cNvPr>
          <p:cNvSpPr/>
          <p:nvPr/>
        </p:nvSpPr>
        <p:spPr>
          <a:xfrm>
            <a:off x="979102" y="75579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0xB200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6" name="CustomShape 10">
            <a:extLst>
              <a:ext uri="{FF2B5EF4-FFF2-40B4-BE49-F238E27FC236}">
                <a16:creationId xmlns:a16="http://schemas.microsoft.com/office/drawing/2014/main" id="{0177F76F-F781-4687-B1CC-99325EF38D91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7" name="CustomShape 10">
            <a:extLst>
              <a:ext uri="{FF2B5EF4-FFF2-40B4-BE49-F238E27FC236}">
                <a16:creationId xmlns:a16="http://schemas.microsoft.com/office/drawing/2014/main" id="{FCA696CC-97F2-4622-A515-4F1DB3A3A1D6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8" name="CustomShape 10">
            <a:extLst>
              <a:ext uri="{FF2B5EF4-FFF2-40B4-BE49-F238E27FC236}">
                <a16:creationId xmlns:a16="http://schemas.microsoft.com/office/drawing/2014/main" id="{948D0EB2-96D3-48F5-AC0E-021C1FF5F541}"/>
              </a:ext>
            </a:extLst>
          </p:cNvPr>
          <p:cNvSpPr/>
          <p:nvPr/>
        </p:nvSpPr>
        <p:spPr>
          <a:xfrm>
            <a:off x="5475105" y="70615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9" name="CustomShape 10">
            <a:extLst>
              <a:ext uri="{FF2B5EF4-FFF2-40B4-BE49-F238E27FC236}">
                <a16:creationId xmlns:a16="http://schemas.microsoft.com/office/drawing/2014/main" id="{EC0748D2-54F4-486F-B4B8-FB19770FB299}"/>
              </a:ext>
            </a:extLst>
          </p:cNvPr>
          <p:cNvSpPr/>
          <p:nvPr/>
        </p:nvSpPr>
        <p:spPr>
          <a:xfrm>
            <a:off x="5468793" y="758186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0x1B200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7239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Group6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671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Conv4 – 1 core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3612894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W4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6346845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512230" y="621157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5" name="CustomShape 10">
            <a:extLst>
              <a:ext uri="{FF2B5EF4-FFF2-40B4-BE49-F238E27FC236}">
                <a16:creationId xmlns:a16="http://schemas.microsoft.com/office/drawing/2014/main" id="{B0D77992-1BF9-4180-B7E0-DE17F142FD46}"/>
              </a:ext>
            </a:extLst>
          </p:cNvPr>
          <p:cNvSpPr/>
          <p:nvPr/>
        </p:nvSpPr>
        <p:spPr>
          <a:xfrm>
            <a:off x="996416" y="40307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Yr3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24">
            <a:extLst>
              <a:ext uri="{FF2B5EF4-FFF2-40B4-BE49-F238E27FC236}">
                <a16:creationId xmlns:a16="http://schemas.microsoft.com/office/drawing/2014/main" id="{57B60224-EDE9-4B40-83E7-1A6AE2FCCB6B}"/>
              </a:ext>
            </a:extLst>
          </p:cNvPr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W4 = 3 * 3 * 128 * 32 / 1024 =36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B4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Y4 = 4 * 4 * 32 * 4 / 1024 = 2</a:t>
            </a: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F1F3B930-7768-4D22-89B4-F842005C3F81}"/>
              </a:ext>
            </a:extLst>
          </p:cNvPr>
          <p:cNvGrpSpPr/>
          <p:nvPr/>
        </p:nvGrpSpPr>
        <p:grpSpPr>
          <a:xfrm>
            <a:off x="1932488" y="4129515"/>
            <a:ext cx="2960807" cy="463644"/>
            <a:chOff x="3652920" y="3577980"/>
            <a:chExt cx="1643040" cy="310828"/>
          </a:xfrm>
        </p:grpSpPr>
        <p:sp>
          <p:nvSpPr>
            <p:cNvPr id="47" name="CustomShape 16">
              <a:extLst>
                <a:ext uri="{FF2B5EF4-FFF2-40B4-BE49-F238E27FC236}">
                  <a16:creationId xmlns:a16="http://schemas.microsoft.com/office/drawing/2014/main" id="{96DD49A4-0E52-4681-AF39-73CBD8F19538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F2C15B4D-4743-4C8A-A9B4-DE6E3054F76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2E683269-DFC1-4E27-9ACC-AE4DC9C52121}"/>
              </a:ext>
            </a:extLst>
          </p:cNvPr>
          <p:cNvSpPr/>
          <p:nvPr/>
        </p:nvSpPr>
        <p:spPr>
          <a:xfrm>
            <a:off x="5528885" y="67244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796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AvgPool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1 core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3612894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W4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6346845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Yr3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24">
            <a:extLst>
              <a:ext uri="{FF2B5EF4-FFF2-40B4-BE49-F238E27FC236}">
                <a16:creationId xmlns:a16="http://schemas.microsoft.com/office/drawing/2014/main" id="{57B60224-EDE9-4B40-83E7-1A6AE2FCCB6B}"/>
              </a:ext>
            </a:extLst>
          </p:cNvPr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W4 = 3 * 3 * 128 * 32 / 1024 =36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B4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Y4 = 4 * 4 * 32 * 4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Yf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= 1 * 1 * 32 * 4 / 1024 = 0.125</a:t>
            </a: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F1F3B930-7768-4D22-89B4-F842005C3F81}"/>
              </a:ext>
            </a:extLst>
          </p:cNvPr>
          <p:cNvGrpSpPr/>
          <p:nvPr/>
        </p:nvGrpSpPr>
        <p:grpSpPr>
          <a:xfrm>
            <a:off x="1932488" y="4129515"/>
            <a:ext cx="2960807" cy="463644"/>
            <a:chOff x="3652920" y="3577980"/>
            <a:chExt cx="1643040" cy="310828"/>
          </a:xfrm>
        </p:grpSpPr>
        <p:sp>
          <p:nvSpPr>
            <p:cNvPr id="47" name="CustomShape 16">
              <a:extLst>
                <a:ext uri="{FF2B5EF4-FFF2-40B4-BE49-F238E27FC236}">
                  <a16:creationId xmlns:a16="http://schemas.microsoft.com/office/drawing/2014/main" id="{96DD49A4-0E52-4681-AF39-73CBD8F19538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F2C15B4D-4743-4C8A-A9B4-DE6E3054F76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7" name="Group 12">
            <a:extLst>
              <a:ext uri="{FF2B5EF4-FFF2-40B4-BE49-F238E27FC236}">
                <a16:creationId xmlns:a16="http://schemas.microsoft.com/office/drawing/2014/main" id="{B31D403A-CEB2-4BEF-96A4-748956852CDD}"/>
              </a:ext>
            </a:extLst>
          </p:cNvPr>
          <p:cNvGrpSpPr/>
          <p:nvPr/>
        </p:nvGrpSpPr>
        <p:grpSpPr>
          <a:xfrm>
            <a:off x="6513483" y="6810489"/>
            <a:ext cx="2960100" cy="496485"/>
            <a:chOff x="6494040" y="3591707"/>
            <a:chExt cx="1643040" cy="4627453"/>
          </a:xfrm>
        </p:grpSpPr>
        <p:sp>
          <p:nvSpPr>
            <p:cNvPr id="28" name="CustomShape 13">
              <a:extLst>
                <a:ext uri="{FF2B5EF4-FFF2-40B4-BE49-F238E27FC236}">
                  <a16:creationId xmlns:a16="http://schemas.microsoft.com/office/drawing/2014/main" id="{936195EE-054D-4109-AF65-37354550F4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CustomShape 14">
              <a:extLst>
                <a:ext uri="{FF2B5EF4-FFF2-40B4-BE49-F238E27FC236}">
                  <a16:creationId xmlns:a16="http://schemas.microsoft.com/office/drawing/2014/main" id="{A12AB224-D6D7-49E1-8932-BF9008C24EDE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Yf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1" name="CustomShape 10">
            <a:extLst>
              <a:ext uri="{FF2B5EF4-FFF2-40B4-BE49-F238E27FC236}">
                <a16:creationId xmlns:a16="http://schemas.microsoft.com/office/drawing/2014/main" id="{92CC2C5D-A1A2-4C6A-9BE0-07F555160FCE}"/>
              </a:ext>
            </a:extLst>
          </p:cNvPr>
          <p:cNvSpPr/>
          <p:nvPr/>
        </p:nvSpPr>
        <p:spPr>
          <a:xfrm>
            <a:off x="5512230" y="621157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318A6F3-07C4-40DE-B236-159CCBCD45FB}"/>
              </a:ext>
            </a:extLst>
          </p:cNvPr>
          <p:cNvSpPr/>
          <p:nvPr/>
        </p:nvSpPr>
        <p:spPr>
          <a:xfrm>
            <a:off x="996416" y="40307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3" name="CustomShape 10">
            <a:extLst>
              <a:ext uri="{FF2B5EF4-FFF2-40B4-BE49-F238E27FC236}">
                <a16:creationId xmlns:a16="http://schemas.microsoft.com/office/drawing/2014/main" id="{8AFBD6D7-32EA-44BC-918E-B6269ADC2945}"/>
              </a:ext>
            </a:extLst>
          </p:cNvPr>
          <p:cNvSpPr/>
          <p:nvPr/>
        </p:nvSpPr>
        <p:spPr>
          <a:xfrm>
            <a:off x="5528885" y="67244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739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Group6 Mouse</a:t>
            </a:r>
            <a:endParaRPr lang="en-US" sz="1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741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Conv4 – 1 core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3612894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W4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6346845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DDB924E-A36E-450F-8A8A-E19342D50F3F}"/>
              </a:ext>
            </a:extLst>
          </p:cNvPr>
          <p:cNvSpPr/>
          <p:nvPr/>
        </p:nvSpPr>
        <p:spPr>
          <a:xfrm>
            <a:off x="5512230" y="621157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5" name="CustomShape 10">
            <a:extLst>
              <a:ext uri="{FF2B5EF4-FFF2-40B4-BE49-F238E27FC236}">
                <a16:creationId xmlns:a16="http://schemas.microsoft.com/office/drawing/2014/main" id="{B0D77992-1BF9-4180-B7E0-DE17F142FD46}"/>
              </a:ext>
            </a:extLst>
          </p:cNvPr>
          <p:cNvSpPr/>
          <p:nvPr/>
        </p:nvSpPr>
        <p:spPr>
          <a:xfrm>
            <a:off x="996416" y="40307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Yr3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24">
            <a:extLst>
              <a:ext uri="{FF2B5EF4-FFF2-40B4-BE49-F238E27FC236}">
                <a16:creationId xmlns:a16="http://schemas.microsoft.com/office/drawing/2014/main" id="{57B60224-EDE9-4B40-83E7-1A6AE2FCCB6B}"/>
              </a:ext>
            </a:extLst>
          </p:cNvPr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W4 = 3 * 3 * 128 * 32 / 1024 =36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B4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Y4 = 4 * 4 * 32 * 4 / 1024 = 2</a:t>
            </a: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F1F3B930-7768-4D22-89B4-F842005C3F81}"/>
              </a:ext>
            </a:extLst>
          </p:cNvPr>
          <p:cNvGrpSpPr/>
          <p:nvPr/>
        </p:nvGrpSpPr>
        <p:grpSpPr>
          <a:xfrm>
            <a:off x="1932488" y="4129515"/>
            <a:ext cx="2960807" cy="463644"/>
            <a:chOff x="3652920" y="3577980"/>
            <a:chExt cx="1643040" cy="310828"/>
          </a:xfrm>
        </p:grpSpPr>
        <p:sp>
          <p:nvSpPr>
            <p:cNvPr id="47" name="CustomShape 16">
              <a:extLst>
                <a:ext uri="{FF2B5EF4-FFF2-40B4-BE49-F238E27FC236}">
                  <a16:creationId xmlns:a16="http://schemas.microsoft.com/office/drawing/2014/main" id="{96DD49A4-0E52-4681-AF39-73CBD8F19538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F2C15B4D-4743-4C8A-A9B4-DE6E3054F76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2E683269-DFC1-4E27-9ACC-AE4DC9C52121}"/>
              </a:ext>
            </a:extLst>
          </p:cNvPr>
          <p:cNvSpPr/>
          <p:nvPr/>
        </p:nvSpPr>
        <p:spPr>
          <a:xfrm>
            <a:off x="5528885" y="67244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4882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AvgPool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– 1 core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313D9AB3-533D-4F94-827D-1BCCFB4DEC49}"/>
              </a:ext>
            </a:extLst>
          </p:cNvPr>
          <p:cNvGrpSpPr/>
          <p:nvPr/>
        </p:nvGrpSpPr>
        <p:grpSpPr>
          <a:xfrm>
            <a:off x="6509147" y="3612894"/>
            <a:ext cx="2960100" cy="2733951"/>
            <a:chOff x="6494040" y="3591707"/>
            <a:chExt cx="1643040" cy="4627453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A00008E7-443E-4E9C-965A-3A29B4E77B6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314F0C91-A376-42B4-99FC-2617480AE2DF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W4 = 36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477F6EBE-4F23-4E1E-94E6-CF79E9EC8D4B}"/>
              </a:ext>
            </a:extLst>
          </p:cNvPr>
          <p:cNvGrpSpPr/>
          <p:nvPr/>
        </p:nvGrpSpPr>
        <p:grpSpPr>
          <a:xfrm>
            <a:off x="6493332" y="6346845"/>
            <a:ext cx="2960807" cy="463644"/>
            <a:chOff x="3652920" y="3577980"/>
            <a:chExt cx="1643040" cy="310828"/>
          </a:xfrm>
        </p:grpSpPr>
        <p:sp>
          <p:nvSpPr>
            <p:cNvPr id="33" name="CustomShape 16">
              <a:extLst>
                <a:ext uri="{FF2B5EF4-FFF2-40B4-BE49-F238E27FC236}">
                  <a16:creationId xmlns:a16="http://schemas.microsoft.com/office/drawing/2014/main" id="{BDCCF12D-FFF2-48DD-B825-CAEAB4ED3CBD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CustomShape 17">
              <a:extLst>
                <a:ext uri="{FF2B5EF4-FFF2-40B4-BE49-F238E27FC236}">
                  <a16:creationId xmlns:a16="http://schemas.microsoft.com/office/drawing/2014/main" id="{68A3784F-8686-44FE-BDAC-E8D7DC5073A0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9A10EAB7-1E8C-4FF2-97EA-2FDA961C9E8F}"/>
              </a:ext>
            </a:extLst>
          </p:cNvPr>
          <p:cNvGrpSpPr/>
          <p:nvPr/>
        </p:nvGrpSpPr>
        <p:grpSpPr>
          <a:xfrm>
            <a:off x="1918087" y="3624839"/>
            <a:ext cx="2960100" cy="496485"/>
            <a:chOff x="6494040" y="3591707"/>
            <a:chExt cx="1643040" cy="4627453"/>
          </a:xfrm>
        </p:grpSpPr>
        <p:sp>
          <p:nvSpPr>
            <p:cNvPr id="37" name="CustomShape 13">
              <a:extLst>
                <a:ext uri="{FF2B5EF4-FFF2-40B4-BE49-F238E27FC236}">
                  <a16:creationId xmlns:a16="http://schemas.microsoft.com/office/drawing/2014/main" id="{8768364B-7F38-48E2-9AEC-7E190E9EF04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CustomShape 14">
              <a:extLst>
                <a:ext uri="{FF2B5EF4-FFF2-40B4-BE49-F238E27FC236}">
                  <a16:creationId xmlns:a16="http://schemas.microsoft.com/office/drawing/2014/main" id="{723D5BC3-01A3-4FCF-8C7D-525A728C6D23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Yr3 = 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5" name="CustomShape 24">
            <a:extLst>
              <a:ext uri="{FF2B5EF4-FFF2-40B4-BE49-F238E27FC236}">
                <a16:creationId xmlns:a16="http://schemas.microsoft.com/office/drawing/2014/main" id="{57B60224-EDE9-4B40-83E7-1A6AE2FCCB6B}"/>
              </a:ext>
            </a:extLst>
          </p:cNvPr>
          <p:cNvSpPr/>
          <p:nvPr/>
        </p:nvSpPr>
        <p:spPr>
          <a:xfrm>
            <a:off x="10682280" y="2706120"/>
            <a:ext cx="12159720" cy="332253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Yr3 = 6 * 6 * 128 / 1024 = 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W4 = 3 * 3 * 128 * 32 / 1024 =36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B4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Y4 = 4 * 4 * 32 * 4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Yf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= 1 * 1 * 32 * 4 / 1024 = 0.125</a:t>
            </a: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F1F3B930-7768-4D22-89B4-F842005C3F81}"/>
              </a:ext>
            </a:extLst>
          </p:cNvPr>
          <p:cNvGrpSpPr/>
          <p:nvPr/>
        </p:nvGrpSpPr>
        <p:grpSpPr>
          <a:xfrm>
            <a:off x="1932488" y="4129515"/>
            <a:ext cx="2960807" cy="463644"/>
            <a:chOff x="3652920" y="3577980"/>
            <a:chExt cx="1643040" cy="310828"/>
          </a:xfrm>
        </p:grpSpPr>
        <p:sp>
          <p:nvSpPr>
            <p:cNvPr id="47" name="CustomShape 16">
              <a:extLst>
                <a:ext uri="{FF2B5EF4-FFF2-40B4-BE49-F238E27FC236}">
                  <a16:creationId xmlns:a16="http://schemas.microsoft.com/office/drawing/2014/main" id="{96DD49A4-0E52-4681-AF39-73CBD8F19538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F2C15B4D-4743-4C8A-A9B4-DE6E3054F76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Y4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7" name="Group 12">
            <a:extLst>
              <a:ext uri="{FF2B5EF4-FFF2-40B4-BE49-F238E27FC236}">
                <a16:creationId xmlns:a16="http://schemas.microsoft.com/office/drawing/2014/main" id="{B31D403A-CEB2-4BEF-96A4-748956852CDD}"/>
              </a:ext>
            </a:extLst>
          </p:cNvPr>
          <p:cNvGrpSpPr/>
          <p:nvPr/>
        </p:nvGrpSpPr>
        <p:grpSpPr>
          <a:xfrm>
            <a:off x="6513483" y="6810489"/>
            <a:ext cx="2960100" cy="496485"/>
            <a:chOff x="6494040" y="3591707"/>
            <a:chExt cx="1643040" cy="4627453"/>
          </a:xfrm>
        </p:grpSpPr>
        <p:sp>
          <p:nvSpPr>
            <p:cNvPr id="28" name="CustomShape 13">
              <a:extLst>
                <a:ext uri="{FF2B5EF4-FFF2-40B4-BE49-F238E27FC236}">
                  <a16:creationId xmlns:a16="http://schemas.microsoft.com/office/drawing/2014/main" id="{936195EE-054D-4109-AF65-37354550F4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CustomShape 14">
              <a:extLst>
                <a:ext uri="{FF2B5EF4-FFF2-40B4-BE49-F238E27FC236}">
                  <a16:creationId xmlns:a16="http://schemas.microsoft.com/office/drawing/2014/main" id="{A12AB224-D6D7-49E1-8932-BF9008C24EDE}"/>
                </a:ext>
              </a:extLst>
            </p:cNvPr>
            <p:cNvSpPr/>
            <p:nvPr/>
          </p:nvSpPr>
          <p:spPr>
            <a:xfrm>
              <a:off x="6539760" y="3591707"/>
              <a:ext cx="1551600" cy="439849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Yf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1" name="CustomShape 10">
            <a:extLst>
              <a:ext uri="{FF2B5EF4-FFF2-40B4-BE49-F238E27FC236}">
                <a16:creationId xmlns:a16="http://schemas.microsoft.com/office/drawing/2014/main" id="{92CC2C5D-A1A2-4C6A-9BE0-07F555160FCE}"/>
              </a:ext>
            </a:extLst>
          </p:cNvPr>
          <p:cNvSpPr/>
          <p:nvPr/>
        </p:nvSpPr>
        <p:spPr>
          <a:xfrm>
            <a:off x="5512230" y="621157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2" name="CustomShape 10">
            <a:extLst>
              <a:ext uri="{FF2B5EF4-FFF2-40B4-BE49-F238E27FC236}">
                <a16:creationId xmlns:a16="http://schemas.microsoft.com/office/drawing/2014/main" id="{6318A6F3-07C4-40DE-B236-159CCBCD45FB}"/>
              </a:ext>
            </a:extLst>
          </p:cNvPr>
          <p:cNvSpPr/>
          <p:nvPr/>
        </p:nvSpPr>
        <p:spPr>
          <a:xfrm>
            <a:off x="996416" y="40307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3" name="CustomShape 10">
            <a:extLst>
              <a:ext uri="{FF2B5EF4-FFF2-40B4-BE49-F238E27FC236}">
                <a16:creationId xmlns:a16="http://schemas.microsoft.com/office/drawing/2014/main" id="{8AFBD6D7-32EA-44BC-918E-B6269ADC2945}"/>
              </a:ext>
            </a:extLst>
          </p:cNvPr>
          <p:cNvSpPr/>
          <p:nvPr/>
        </p:nvSpPr>
        <p:spPr>
          <a:xfrm>
            <a:off x="5528885" y="672444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0x19080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2202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1692</Words>
  <Application>Microsoft Macintosh PowerPoint</Application>
  <PresentationFormat>自定义</PresentationFormat>
  <Paragraphs>398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Arial</vt:lpstr>
      <vt:lpstr>Helvetica Neue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User</cp:lastModifiedBy>
  <cp:revision>377</cp:revision>
  <dcterms:created xsi:type="dcterms:W3CDTF">2021-08-29T14:06:47Z</dcterms:created>
  <dcterms:modified xsi:type="dcterms:W3CDTF">2021-11-04T12:05:08Z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