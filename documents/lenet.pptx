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8" r:id="rId4"/>
    <p:sldId id="259" r:id="rId5"/>
    <p:sldId id="260" r:id="rId6"/>
    <p:sldId id="261" r:id="rId7"/>
    <p:sldId id="262" r:id="rId8"/>
  </p:sldIdLst>
  <p:sldSz cx="24384000" cy="13716000"/>
  <p:notesSz cx="7559675" cy="106918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0"/>
  </p:normalViewPr>
  <p:slideViewPr>
    <p:cSldViewPr snapToGrid="0" snapToObjects="1">
      <p:cViewPr varScale="1">
        <p:scale>
          <a:sx n="54" d="100"/>
          <a:sy n="54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520" cy="10614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6382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60578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21896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86382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160578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520" cy="10614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86382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160578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121896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86382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160578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CN" sz="1800" b="0" strike="noStrike" spc="-1">
                <a:latin typeface="Arial"/>
              </a:rPr>
              <a:t>点击鼠标编辑标题文字格式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3200" b="0" strike="noStrike" spc="-1">
                <a:latin typeface="Arial"/>
              </a:rPr>
              <a:t>点击鼠标编辑大纲文字格式</a:t>
            </a:r>
            <a:endParaRPr lang="en-US" sz="3200" b="0" strike="noStrike" spc="-1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strike="noStrike" spc="-1">
                <a:latin typeface="Arial"/>
              </a:rPr>
              <a:t>第二个大纲级</a:t>
            </a:r>
            <a:endParaRPr lang="en-US" sz="2800" b="0" strike="noStrike" spc="-1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400" b="0" strike="noStrike" spc="-1">
                <a:latin typeface="Arial"/>
              </a:rPr>
              <a:t>第三大纲级别</a:t>
            </a:r>
            <a:endParaRPr lang="en-US" sz="2400" b="0" strike="noStrike" spc="-1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strike="noStrike" spc="-1">
                <a:latin typeface="Arial"/>
              </a:rPr>
              <a:t>第四大纲级别</a:t>
            </a:r>
            <a:endParaRPr lang="en-US" sz="2000" b="0" strike="noStrike" spc="-1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第五大纲级别</a:t>
            </a:r>
            <a:endParaRPr lang="en-US" sz="2000" b="0" strike="noStrike" spc="-1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第六大纲级别</a:t>
            </a:r>
            <a:endParaRPr lang="en-US" sz="2000" b="0" strike="noStrike" spc="-1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第七大纲级别</a:t>
            </a:r>
            <a:endParaRPr lang="en-US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CN" sz="1800" b="0" strike="noStrike" spc="-1">
                <a:latin typeface="Arial"/>
              </a:rPr>
              <a:t>点击鼠标编辑标题文字格式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点击鼠标编辑大纲文字格式</a:t>
            </a:r>
            <a:endParaRPr lang="en-US" sz="1800" b="0" strike="noStrike" spc="-1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strike="noStrike" spc="-1">
                <a:latin typeface="Arial"/>
              </a:rPr>
              <a:t>第二个大纲级</a:t>
            </a:r>
            <a:endParaRPr lang="en-US" sz="1800" b="0" strike="noStrike" spc="-1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第三大纲级别</a:t>
            </a:r>
            <a:endParaRPr lang="en-US" sz="1800" b="0" strike="noStrike" spc="-1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strike="noStrike" spc="-1">
                <a:latin typeface="Arial"/>
              </a:rPr>
              <a:t>第四大纲级别</a:t>
            </a:r>
            <a:endParaRPr lang="en-US" sz="1800" b="0" strike="noStrike" spc="-1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第五大纲级别</a:t>
            </a:r>
            <a:endParaRPr lang="en-US" sz="1800" b="0" strike="noStrike" spc="-1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第六大纲级别</a:t>
            </a:r>
            <a:endParaRPr lang="en-US" sz="1800" b="0" strike="noStrike" spc="-1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第七大纲级别</a:t>
            </a:r>
            <a:endParaRPr lang="en-US" sz="18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 err="1">
                <a:latin typeface="Arial"/>
              </a:rPr>
              <a:t>LeNet</a:t>
            </a:r>
            <a:endParaRPr lang="en-US" sz="11600" b="0" strike="noStrike" spc="-1" dirty="0"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500" b="1" spc="-1" dirty="0">
                <a:solidFill>
                  <a:srgbClr val="000000"/>
                </a:solidFill>
                <a:latin typeface="Helvetica Neue"/>
                <a:ea typeface="Helvetica Neue"/>
              </a:rPr>
              <a:t>1 core</a:t>
            </a:r>
            <a:endParaRPr lang="en-US" sz="55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Conv1 MaxPool1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286086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* 5 * 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32 * 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X1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32 * 32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Buffer = 2 * 28 * 32 * 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 = 14 * 14 * 16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41832"/>
            <a:ext cx="2960100" cy="49242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0x10320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6738DE1F-56FF-4A21-9F47-8531A58E9039}"/>
              </a:ext>
            </a:extLst>
          </p:cNvPr>
          <p:cNvGrpSpPr/>
          <p:nvPr/>
        </p:nvGrpSpPr>
        <p:grpSpPr>
          <a:xfrm>
            <a:off x="1940896" y="3630819"/>
            <a:ext cx="2960100" cy="382845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37E347AD-511E-4805-88E7-3153A3C9DDE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1A8FF608-EBED-446A-9B8A-973F9477880D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6" name="Group 12">
            <a:extLst>
              <a:ext uri="{FF2B5EF4-FFF2-40B4-BE49-F238E27FC236}">
                <a16:creationId xmlns:a16="http://schemas.microsoft.com/office/drawing/2014/main" id="{99906D3D-0BF8-4D1E-AA7D-AB1E7DE2A0AA}"/>
              </a:ext>
            </a:extLst>
          </p:cNvPr>
          <p:cNvGrpSpPr/>
          <p:nvPr/>
        </p:nvGrpSpPr>
        <p:grpSpPr>
          <a:xfrm>
            <a:off x="6487407" y="4567509"/>
            <a:ext cx="2960100" cy="677710"/>
            <a:chOff x="6494040" y="3629520"/>
            <a:chExt cx="1643040" cy="4589640"/>
          </a:xfrm>
        </p:grpSpPr>
        <p:sp>
          <p:nvSpPr>
            <p:cNvPr id="27" name="CustomShape 13">
              <a:extLst>
                <a:ext uri="{FF2B5EF4-FFF2-40B4-BE49-F238E27FC236}">
                  <a16:creationId xmlns:a16="http://schemas.microsoft.com/office/drawing/2014/main" id="{E8AB39C9-07FA-454C-98D2-5C41754EE28E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CustomShape 14">
              <a:extLst>
                <a:ext uri="{FF2B5EF4-FFF2-40B4-BE49-F238E27FC236}">
                  <a16:creationId xmlns:a16="http://schemas.microsoft.com/office/drawing/2014/main" id="{223BC521-0C3E-4717-ADF2-6A9CF578F53C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Buffer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FF86CE3A-0BED-440E-AC18-3524C97CA61A}"/>
              </a:ext>
            </a:extLst>
          </p:cNvPr>
          <p:cNvGrpSpPr/>
          <p:nvPr/>
        </p:nvGrpSpPr>
        <p:grpSpPr>
          <a:xfrm>
            <a:off x="1892212" y="4029847"/>
            <a:ext cx="2960807" cy="867528"/>
            <a:chOff x="3652920" y="3584608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39D8515B-DBB0-44E7-B2B9-35C9D525D5E1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" name="CustomShape 17">
              <a:extLst>
                <a:ext uri="{FF2B5EF4-FFF2-40B4-BE49-F238E27FC236}">
                  <a16:creationId xmlns:a16="http://schemas.microsoft.com/office/drawing/2014/main" id="{9F6F3C33-EAB0-46E0-A749-1AFFE338AF70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8" name="CustomShape 10">
            <a:extLst>
              <a:ext uri="{FF2B5EF4-FFF2-40B4-BE49-F238E27FC236}">
                <a16:creationId xmlns:a16="http://schemas.microsoft.com/office/drawing/2014/main" id="{21D099E0-88F3-415B-8FE8-AED92D3BC2C7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0x103A0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9" name="CustomShape 10">
            <a:extLst>
              <a:ext uri="{FF2B5EF4-FFF2-40B4-BE49-F238E27FC236}">
                <a16:creationId xmlns:a16="http://schemas.microsoft.com/office/drawing/2014/main" id="{FFC72DFD-6C21-444E-923A-F892FFA101D5}"/>
              </a:ext>
            </a:extLst>
          </p:cNvPr>
          <p:cNvSpPr/>
          <p:nvPr/>
        </p:nvSpPr>
        <p:spPr>
          <a:xfrm>
            <a:off x="5516643" y="500779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0x11FA0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0" name="CustomShape 10">
            <a:extLst>
              <a:ext uri="{FF2B5EF4-FFF2-40B4-BE49-F238E27FC236}">
                <a16:creationId xmlns:a16="http://schemas.microsoft.com/office/drawing/2014/main" id="{9F804B9E-BD2A-4DA7-A0C6-44EE5483BB4B}"/>
              </a:ext>
            </a:extLst>
          </p:cNvPr>
          <p:cNvSpPr/>
          <p:nvPr/>
        </p:nvSpPr>
        <p:spPr>
          <a:xfrm>
            <a:off x="931570" y="37933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0x0400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29" name="CustomShape 10">
            <a:extLst>
              <a:ext uri="{FF2B5EF4-FFF2-40B4-BE49-F238E27FC236}">
                <a16:creationId xmlns:a16="http://schemas.microsoft.com/office/drawing/2014/main" id="{68895711-537F-470B-A32C-73FC4FFED7FA}"/>
              </a:ext>
            </a:extLst>
          </p:cNvPr>
          <p:cNvSpPr/>
          <p:nvPr/>
        </p:nvSpPr>
        <p:spPr>
          <a:xfrm>
            <a:off x="940051" y="472242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0x1040</a:t>
            </a:r>
            <a:endParaRPr lang="en-US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Conv2 MaxPool2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286086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W2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* 6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* 5 * 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32 * 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 = 14 * 14 * 16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Buffer = 2 * 10 * 32 * 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Y2 = 5 * 5 * 16 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41832"/>
            <a:ext cx="2960100" cy="49242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0x10320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6738DE1F-56FF-4A21-9F47-8531A58E9039}"/>
              </a:ext>
            </a:extLst>
          </p:cNvPr>
          <p:cNvGrpSpPr/>
          <p:nvPr/>
        </p:nvGrpSpPr>
        <p:grpSpPr>
          <a:xfrm>
            <a:off x="1940896" y="3630819"/>
            <a:ext cx="2960100" cy="382845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37E347AD-511E-4805-88E7-3153A3C9DDE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1A8FF608-EBED-446A-9B8A-973F9477880D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FF86CE3A-0BED-440E-AC18-3524C97CA61A}"/>
              </a:ext>
            </a:extLst>
          </p:cNvPr>
          <p:cNvGrpSpPr/>
          <p:nvPr/>
        </p:nvGrpSpPr>
        <p:grpSpPr>
          <a:xfrm>
            <a:off x="1892212" y="4029847"/>
            <a:ext cx="2960807" cy="867528"/>
            <a:chOff x="3652920" y="3584608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39D8515B-DBB0-44E7-B2B9-35C9D525D5E1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" name="CustomShape 17">
              <a:extLst>
                <a:ext uri="{FF2B5EF4-FFF2-40B4-BE49-F238E27FC236}">
                  <a16:creationId xmlns:a16="http://schemas.microsoft.com/office/drawing/2014/main" id="{9F6F3C33-EAB0-46E0-A749-1AFFE338AF70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8" name="CustomShape 10">
            <a:extLst>
              <a:ext uri="{FF2B5EF4-FFF2-40B4-BE49-F238E27FC236}">
                <a16:creationId xmlns:a16="http://schemas.microsoft.com/office/drawing/2014/main" id="{21D099E0-88F3-415B-8FE8-AED92D3BC2C7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0x103A0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9" name="CustomShape 10">
            <a:extLst>
              <a:ext uri="{FF2B5EF4-FFF2-40B4-BE49-F238E27FC236}">
                <a16:creationId xmlns:a16="http://schemas.microsoft.com/office/drawing/2014/main" id="{FFC72DFD-6C21-444E-923A-F892FFA101D5}"/>
              </a:ext>
            </a:extLst>
          </p:cNvPr>
          <p:cNvSpPr/>
          <p:nvPr/>
        </p:nvSpPr>
        <p:spPr>
          <a:xfrm>
            <a:off x="5516643" y="493544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0x10D00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0" name="CustomShape 10">
            <a:extLst>
              <a:ext uri="{FF2B5EF4-FFF2-40B4-BE49-F238E27FC236}">
                <a16:creationId xmlns:a16="http://schemas.microsoft.com/office/drawing/2014/main" id="{9F804B9E-BD2A-4DA7-A0C6-44EE5483BB4B}"/>
              </a:ext>
            </a:extLst>
          </p:cNvPr>
          <p:cNvSpPr/>
          <p:nvPr/>
        </p:nvSpPr>
        <p:spPr>
          <a:xfrm>
            <a:off x="931570" y="37933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0x0400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29" name="CustomShape 10">
            <a:extLst>
              <a:ext uri="{FF2B5EF4-FFF2-40B4-BE49-F238E27FC236}">
                <a16:creationId xmlns:a16="http://schemas.microsoft.com/office/drawing/2014/main" id="{68895711-537F-470B-A32C-73FC4FFED7FA}"/>
              </a:ext>
            </a:extLst>
          </p:cNvPr>
          <p:cNvSpPr/>
          <p:nvPr/>
        </p:nvSpPr>
        <p:spPr>
          <a:xfrm>
            <a:off x="940051" y="472242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0x1040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0" name="Group 12">
            <a:extLst>
              <a:ext uri="{FF2B5EF4-FFF2-40B4-BE49-F238E27FC236}">
                <a16:creationId xmlns:a16="http://schemas.microsoft.com/office/drawing/2014/main" id="{9E3D4E61-DA35-42F2-A091-BB4EE2608E6D}"/>
              </a:ext>
            </a:extLst>
          </p:cNvPr>
          <p:cNvGrpSpPr/>
          <p:nvPr/>
        </p:nvGrpSpPr>
        <p:grpSpPr>
          <a:xfrm>
            <a:off x="6493000" y="4565573"/>
            <a:ext cx="2960100" cy="49242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D18E9043-4C79-45D3-A0E3-18801047492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508AEE38-7153-45EE-9C3B-94E390D37AC7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3" name="Group 15">
            <a:extLst>
              <a:ext uri="{FF2B5EF4-FFF2-40B4-BE49-F238E27FC236}">
                <a16:creationId xmlns:a16="http://schemas.microsoft.com/office/drawing/2014/main" id="{CA3A835A-45D0-442E-ABDA-70CFB9382F81}"/>
              </a:ext>
            </a:extLst>
          </p:cNvPr>
          <p:cNvGrpSpPr/>
          <p:nvPr/>
        </p:nvGrpSpPr>
        <p:grpSpPr>
          <a:xfrm>
            <a:off x="6499966" y="5058001"/>
            <a:ext cx="2960807" cy="463644"/>
            <a:chOff x="3652920" y="3577980"/>
            <a:chExt cx="1643040" cy="310828"/>
          </a:xfrm>
        </p:grpSpPr>
        <p:sp>
          <p:nvSpPr>
            <p:cNvPr id="34" name="CustomShape 16">
              <a:extLst>
                <a:ext uri="{FF2B5EF4-FFF2-40B4-BE49-F238E27FC236}">
                  <a16:creationId xmlns:a16="http://schemas.microsoft.com/office/drawing/2014/main" id="{6CA705D8-4F86-4B8B-A3CB-BE8E111521F5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1" name="CustomShape 17">
              <a:extLst>
                <a:ext uri="{FF2B5EF4-FFF2-40B4-BE49-F238E27FC236}">
                  <a16:creationId xmlns:a16="http://schemas.microsoft.com/office/drawing/2014/main" id="{14AE4194-1404-45EA-AB62-158704F17CC1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2" name="CustomShape 10">
            <a:extLst>
              <a:ext uri="{FF2B5EF4-FFF2-40B4-BE49-F238E27FC236}">
                <a16:creationId xmlns:a16="http://schemas.microsoft.com/office/drawing/2014/main" id="{6269BC43-E005-4353-8955-1F316ED22F3A}"/>
              </a:ext>
            </a:extLst>
          </p:cNvPr>
          <p:cNvSpPr/>
          <p:nvPr/>
        </p:nvSpPr>
        <p:spPr>
          <a:xfrm>
            <a:off x="5528886" y="537120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0x10D80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3" name="Group 12">
            <a:extLst>
              <a:ext uri="{FF2B5EF4-FFF2-40B4-BE49-F238E27FC236}">
                <a16:creationId xmlns:a16="http://schemas.microsoft.com/office/drawing/2014/main" id="{D2325FB9-7CEB-4DE5-A10A-115F29639A7B}"/>
              </a:ext>
            </a:extLst>
          </p:cNvPr>
          <p:cNvGrpSpPr/>
          <p:nvPr/>
        </p:nvGrpSpPr>
        <p:grpSpPr>
          <a:xfrm>
            <a:off x="1914600" y="4897374"/>
            <a:ext cx="2960100" cy="754133"/>
            <a:chOff x="6494040" y="3629520"/>
            <a:chExt cx="1643040" cy="4589640"/>
          </a:xfrm>
        </p:grpSpPr>
        <p:sp>
          <p:nvSpPr>
            <p:cNvPr id="44" name="CustomShape 13">
              <a:extLst>
                <a:ext uri="{FF2B5EF4-FFF2-40B4-BE49-F238E27FC236}">
                  <a16:creationId xmlns:a16="http://schemas.microsoft.com/office/drawing/2014/main" id="{12255BFA-5EA5-4544-81BA-5405FE4C6D8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5" name="CustomShape 14">
              <a:extLst>
                <a:ext uri="{FF2B5EF4-FFF2-40B4-BE49-F238E27FC236}">
                  <a16:creationId xmlns:a16="http://schemas.microsoft.com/office/drawing/2014/main" id="{898F3BA7-1895-4218-8E8B-A61B242CE35B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Buffer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6" name="CustomShape 10">
            <a:extLst>
              <a:ext uri="{FF2B5EF4-FFF2-40B4-BE49-F238E27FC236}">
                <a16:creationId xmlns:a16="http://schemas.microsoft.com/office/drawing/2014/main" id="{1E75242A-31CE-4A0B-B1D8-EDDAD3447330}"/>
              </a:ext>
            </a:extLst>
          </p:cNvPr>
          <p:cNvSpPr/>
          <p:nvPr/>
        </p:nvSpPr>
        <p:spPr>
          <a:xfrm>
            <a:off x="931570" y="548061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0x1A40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7" name="Group 15">
            <a:extLst>
              <a:ext uri="{FF2B5EF4-FFF2-40B4-BE49-F238E27FC236}">
                <a16:creationId xmlns:a16="http://schemas.microsoft.com/office/drawing/2014/main" id="{AC18D2D0-B3EF-49C2-95E5-78F6743D42AB}"/>
              </a:ext>
            </a:extLst>
          </p:cNvPr>
          <p:cNvGrpSpPr/>
          <p:nvPr/>
        </p:nvGrpSpPr>
        <p:grpSpPr>
          <a:xfrm>
            <a:off x="1917042" y="5635344"/>
            <a:ext cx="2960807" cy="556838"/>
            <a:chOff x="3652920" y="3584608"/>
            <a:chExt cx="1643040" cy="304200"/>
          </a:xfrm>
        </p:grpSpPr>
        <p:sp>
          <p:nvSpPr>
            <p:cNvPr id="51" name="CustomShape 16">
              <a:extLst>
                <a:ext uri="{FF2B5EF4-FFF2-40B4-BE49-F238E27FC236}">
                  <a16:creationId xmlns:a16="http://schemas.microsoft.com/office/drawing/2014/main" id="{885D94D7-A986-4E4F-BCA0-E127C6DA9F51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2" name="CustomShape 17">
              <a:extLst>
                <a:ext uri="{FF2B5EF4-FFF2-40B4-BE49-F238E27FC236}">
                  <a16:creationId xmlns:a16="http://schemas.microsoft.com/office/drawing/2014/main" id="{A972A9F2-54A3-440A-B416-86C918701C30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3" name="CustomShape 10">
            <a:extLst>
              <a:ext uri="{FF2B5EF4-FFF2-40B4-BE49-F238E27FC236}">
                <a16:creationId xmlns:a16="http://schemas.microsoft.com/office/drawing/2014/main" id="{361A9D84-F8CE-410C-915D-D47F4FC2F5D2}"/>
              </a:ext>
            </a:extLst>
          </p:cNvPr>
          <p:cNvSpPr/>
          <p:nvPr/>
        </p:nvSpPr>
        <p:spPr>
          <a:xfrm>
            <a:off x="940051" y="599183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0x1BD0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1808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MLP1 </a:t>
            </a:r>
            <a:r>
              <a:rPr lang="en-US" altLang="zh-CN" sz="7480" b="1" strike="noStrike" spc="-151" dirty="0" err="1">
                <a:solidFill>
                  <a:srgbClr val="000000"/>
                </a:solidFill>
                <a:latin typeface="Helvetica Neue"/>
                <a:ea typeface="Helvetica Neue"/>
              </a:rPr>
              <a:t>ReLU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239920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Wf1 = 128 * 400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Bf1 = 128 * 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Y2 = 5 * 5 * 16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Yf1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128  0x400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  <a:sym typeface="Wingdings" panose="05000000000000000000" pitchFamily="2" charset="2"/>
              </a:rPr>
              <a:t> 0x1000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41832"/>
            <a:ext cx="2960100" cy="49242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0x10320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6738DE1F-56FF-4A21-9F47-8531A58E9039}"/>
              </a:ext>
            </a:extLst>
          </p:cNvPr>
          <p:cNvGrpSpPr/>
          <p:nvPr/>
        </p:nvGrpSpPr>
        <p:grpSpPr>
          <a:xfrm>
            <a:off x="1940896" y="3630819"/>
            <a:ext cx="2960100" cy="382845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37E347AD-511E-4805-88E7-3153A3C9DDE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1A8FF608-EBED-446A-9B8A-973F9477880D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8" name="CustomShape 10">
            <a:extLst>
              <a:ext uri="{FF2B5EF4-FFF2-40B4-BE49-F238E27FC236}">
                <a16:creationId xmlns:a16="http://schemas.microsoft.com/office/drawing/2014/main" id="{21D099E0-88F3-415B-8FE8-AED92D3BC2C7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0x103A0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9" name="CustomShape 10">
            <a:extLst>
              <a:ext uri="{FF2B5EF4-FFF2-40B4-BE49-F238E27FC236}">
                <a16:creationId xmlns:a16="http://schemas.microsoft.com/office/drawing/2014/main" id="{FFC72DFD-6C21-444E-923A-F892FFA101D5}"/>
              </a:ext>
            </a:extLst>
          </p:cNvPr>
          <p:cNvSpPr/>
          <p:nvPr/>
        </p:nvSpPr>
        <p:spPr>
          <a:xfrm>
            <a:off x="5516643" y="493544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0x10D00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0" name="CustomShape 10">
            <a:extLst>
              <a:ext uri="{FF2B5EF4-FFF2-40B4-BE49-F238E27FC236}">
                <a16:creationId xmlns:a16="http://schemas.microsoft.com/office/drawing/2014/main" id="{9F804B9E-BD2A-4DA7-A0C6-44EE5483BB4B}"/>
              </a:ext>
            </a:extLst>
          </p:cNvPr>
          <p:cNvSpPr/>
          <p:nvPr/>
        </p:nvSpPr>
        <p:spPr>
          <a:xfrm>
            <a:off x="931570" y="37933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0x0400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29" name="CustomShape 10">
            <a:extLst>
              <a:ext uri="{FF2B5EF4-FFF2-40B4-BE49-F238E27FC236}">
                <a16:creationId xmlns:a16="http://schemas.microsoft.com/office/drawing/2014/main" id="{68895711-537F-470B-A32C-73FC4FFED7FA}"/>
              </a:ext>
            </a:extLst>
          </p:cNvPr>
          <p:cNvSpPr/>
          <p:nvPr/>
        </p:nvSpPr>
        <p:spPr>
          <a:xfrm>
            <a:off x="940051" y="472242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0" name="Group 12">
            <a:extLst>
              <a:ext uri="{FF2B5EF4-FFF2-40B4-BE49-F238E27FC236}">
                <a16:creationId xmlns:a16="http://schemas.microsoft.com/office/drawing/2014/main" id="{9E3D4E61-DA35-42F2-A091-BB4EE2608E6D}"/>
              </a:ext>
            </a:extLst>
          </p:cNvPr>
          <p:cNvGrpSpPr/>
          <p:nvPr/>
        </p:nvGrpSpPr>
        <p:grpSpPr>
          <a:xfrm>
            <a:off x="6493000" y="4565573"/>
            <a:ext cx="2960100" cy="49242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D18E9043-4C79-45D3-A0E3-18801047492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508AEE38-7153-45EE-9C3B-94E390D37AC7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3" name="Group 15">
            <a:extLst>
              <a:ext uri="{FF2B5EF4-FFF2-40B4-BE49-F238E27FC236}">
                <a16:creationId xmlns:a16="http://schemas.microsoft.com/office/drawing/2014/main" id="{CA3A835A-45D0-442E-ABDA-70CFB9382F81}"/>
              </a:ext>
            </a:extLst>
          </p:cNvPr>
          <p:cNvGrpSpPr/>
          <p:nvPr/>
        </p:nvGrpSpPr>
        <p:grpSpPr>
          <a:xfrm>
            <a:off x="6499966" y="5058001"/>
            <a:ext cx="2960807" cy="463644"/>
            <a:chOff x="3652920" y="3577980"/>
            <a:chExt cx="1643040" cy="310828"/>
          </a:xfrm>
        </p:grpSpPr>
        <p:sp>
          <p:nvSpPr>
            <p:cNvPr id="34" name="CustomShape 16">
              <a:extLst>
                <a:ext uri="{FF2B5EF4-FFF2-40B4-BE49-F238E27FC236}">
                  <a16:creationId xmlns:a16="http://schemas.microsoft.com/office/drawing/2014/main" id="{6CA705D8-4F86-4B8B-A3CB-BE8E111521F5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1" name="CustomShape 17">
              <a:extLst>
                <a:ext uri="{FF2B5EF4-FFF2-40B4-BE49-F238E27FC236}">
                  <a16:creationId xmlns:a16="http://schemas.microsoft.com/office/drawing/2014/main" id="{14AE4194-1404-45EA-AB62-158704F17CC1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2" name="CustomShape 10">
            <a:extLst>
              <a:ext uri="{FF2B5EF4-FFF2-40B4-BE49-F238E27FC236}">
                <a16:creationId xmlns:a16="http://schemas.microsoft.com/office/drawing/2014/main" id="{6269BC43-E005-4353-8955-1F316ED22F3A}"/>
              </a:ext>
            </a:extLst>
          </p:cNvPr>
          <p:cNvSpPr/>
          <p:nvPr/>
        </p:nvSpPr>
        <p:spPr>
          <a:xfrm>
            <a:off x="5528886" y="537120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0x10D80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6" name="CustomShape 10">
            <a:extLst>
              <a:ext uri="{FF2B5EF4-FFF2-40B4-BE49-F238E27FC236}">
                <a16:creationId xmlns:a16="http://schemas.microsoft.com/office/drawing/2014/main" id="{1E75242A-31CE-4A0B-B1D8-EDDAD3447330}"/>
              </a:ext>
            </a:extLst>
          </p:cNvPr>
          <p:cNvSpPr/>
          <p:nvPr/>
        </p:nvSpPr>
        <p:spPr>
          <a:xfrm>
            <a:off x="931570" y="548061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0x1A40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7" name="Group 15">
            <a:extLst>
              <a:ext uri="{FF2B5EF4-FFF2-40B4-BE49-F238E27FC236}">
                <a16:creationId xmlns:a16="http://schemas.microsoft.com/office/drawing/2014/main" id="{AC18D2D0-B3EF-49C2-95E5-78F6743D42AB}"/>
              </a:ext>
            </a:extLst>
          </p:cNvPr>
          <p:cNvGrpSpPr/>
          <p:nvPr/>
        </p:nvGrpSpPr>
        <p:grpSpPr>
          <a:xfrm>
            <a:off x="1917042" y="5635344"/>
            <a:ext cx="2960807" cy="556838"/>
            <a:chOff x="3652920" y="3584608"/>
            <a:chExt cx="1643040" cy="304200"/>
          </a:xfrm>
        </p:grpSpPr>
        <p:sp>
          <p:nvSpPr>
            <p:cNvPr id="51" name="CustomShape 16">
              <a:extLst>
                <a:ext uri="{FF2B5EF4-FFF2-40B4-BE49-F238E27FC236}">
                  <a16:creationId xmlns:a16="http://schemas.microsoft.com/office/drawing/2014/main" id="{885D94D7-A986-4E4F-BCA0-E127C6DA9F51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2" name="CustomShape 17">
              <a:extLst>
                <a:ext uri="{FF2B5EF4-FFF2-40B4-BE49-F238E27FC236}">
                  <a16:creationId xmlns:a16="http://schemas.microsoft.com/office/drawing/2014/main" id="{A972A9F2-54A3-440A-B416-86C918701C30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3" name="CustomShape 10">
            <a:extLst>
              <a:ext uri="{FF2B5EF4-FFF2-40B4-BE49-F238E27FC236}">
                <a16:creationId xmlns:a16="http://schemas.microsoft.com/office/drawing/2014/main" id="{361A9D84-F8CE-410C-915D-D47F4FC2F5D2}"/>
              </a:ext>
            </a:extLst>
          </p:cNvPr>
          <p:cNvSpPr/>
          <p:nvPr/>
        </p:nvSpPr>
        <p:spPr>
          <a:xfrm>
            <a:off x="940051" y="599183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0x1BD0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4" name="Group 12">
            <a:extLst>
              <a:ext uri="{FF2B5EF4-FFF2-40B4-BE49-F238E27FC236}">
                <a16:creationId xmlns:a16="http://schemas.microsoft.com/office/drawing/2014/main" id="{54F182D4-A5CB-449A-BD93-8984FA40A97B}"/>
              </a:ext>
            </a:extLst>
          </p:cNvPr>
          <p:cNvGrpSpPr/>
          <p:nvPr/>
        </p:nvGrpSpPr>
        <p:grpSpPr>
          <a:xfrm>
            <a:off x="6493000" y="5514073"/>
            <a:ext cx="2960100" cy="2942456"/>
            <a:chOff x="6494040" y="3629520"/>
            <a:chExt cx="1643040" cy="4589640"/>
          </a:xfrm>
        </p:grpSpPr>
        <p:sp>
          <p:nvSpPr>
            <p:cNvPr id="55" name="CustomShape 13">
              <a:extLst>
                <a:ext uri="{FF2B5EF4-FFF2-40B4-BE49-F238E27FC236}">
                  <a16:creationId xmlns:a16="http://schemas.microsoft.com/office/drawing/2014/main" id="{B416A706-5213-4407-9E54-031F379E6808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6" name="CustomShape 14">
              <a:extLst>
                <a:ext uri="{FF2B5EF4-FFF2-40B4-BE49-F238E27FC236}">
                  <a16:creationId xmlns:a16="http://schemas.microsoft.com/office/drawing/2014/main" id="{947E425B-9867-4992-B8ED-A2B385979CCF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Wf1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8" name="Group 15">
            <a:extLst>
              <a:ext uri="{FF2B5EF4-FFF2-40B4-BE49-F238E27FC236}">
                <a16:creationId xmlns:a16="http://schemas.microsoft.com/office/drawing/2014/main" id="{7A21F64A-AE92-4CAF-A123-CB06F3FABA4C}"/>
              </a:ext>
            </a:extLst>
          </p:cNvPr>
          <p:cNvGrpSpPr/>
          <p:nvPr/>
        </p:nvGrpSpPr>
        <p:grpSpPr>
          <a:xfrm>
            <a:off x="6492293" y="8436071"/>
            <a:ext cx="2960807" cy="463644"/>
            <a:chOff x="3652920" y="3577980"/>
            <a:chExt cx="1643040" cy="310828"/>
          </a:xfrm>
        </p:grpSpPr>
        <p:sp>
          <p:nvSpPr>
            <p:cNvPr id="59" name="CustomShape 16">
              <a:extLst>
                <a:ext uri="{FF2B5EF4-FFF2-40B4-BE49-F238E27FC236}">
                  <a16:creationId xmlns:a16="http://schemas.microsoft.com/office/drawing/2014/main" id="{5BF02EBE-67BD-4C60-94AF-BA784A8841D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4" name="CustomShape 17">
              <a:extLst>
                <a:ext uri="{FF2B5EF4-FFF2-40B4-BE49-F238E27FC236}">
                  <a16:creationId xmlns:a16="http://schemas.microsoft.com/office/drawing/2014/main" id="{1F22732E-8F57-4D51-B54B-B1283404A9FB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Bf1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5" name="CustomShape 10">
            <a:extLst>
              <a:ext uri="{FF2B5EF4-FFF2-40B4-BE49-F238E27FC236}">
                <a16:creationId xmlns:a16="http://schemas.microsoft.com/office/drawing/2014/main" id="{78A0BF0E-12D9-48C6-84DD-7DD1DF153087}"/>
              </a:ext>
            </a:extLst>
          </p:cNvPr>
          <p:cNvSpPr/>
          <p:nvPr/>
        </p:nvSpPr>
        <p:spPr>
          <a:xfrm>
            <a:off x="5510586" y="823152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0x1D580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6" name="Group 12">
            <a:extLst>
              <a:ext uri="{FF2B5EF4-FFF2-40B4-BE49-F238E27FC236}">
                <a16:creationId xmlns:a16="http://schemas.microsoft.com/office/drawing/2014/main" id="{7DED46AB-4210-4635-AE88-F03BF903E15A}"/>
              </a:ext>
            </a:extLst>
          </p:cNvPr>
          <p:cNvGrpSpPr/>
          <p:nvPr/>
        </p:nvGrpSpPr>
        <p:grpSpPr>
          <a:xfrm>
            <a:off x="1915268" y="4841735"/>
            <a:ext cx="2960100" cy="382845"/>
            <a:chOff x="6494040" y="3629520"/>
            <a:chExt cx="1643040" cy="4589640"/>
          </a:xfrm>
        </p:grpSpPr>
        <p:sp>
          <p:nvSpPr>
            <p:cNvPr id="70" name="CustomShape 13">
              <a:extLst>
                <a:ext uri="{FF2B5EF4-FFF2-40B4-BE49-F238E27FC236}">
                  <a16:creationId xmlns:a16="http://schemas.microsoft.com/office/drawing/2014/main" id="{D13E9B1C-137A-4E01-8282-16A64858018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1" name="CustomShape 14">
              <a:extLst>
                <a:ext uri="{FF2B5EF4-FFF2-40B4-BE49-F238E27FC236}">
                  <a16:creationId xmlns:a16="http://schemas.microsoft.com/office/drawing/2014/main" id="{1473ADC4-3E97-4041-9626-CC8D6CB28DD4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Yf1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72" name="CustomShape 10">
            <a:extLst>
              <a:ext uri="{FF2B5EF4-FFF2-40B4-BE49-F238E27FC236}">
                <a16:creationId xmlns:a16="http://schemas.microsoft.com/office/drawing/2014/main" id="{E78D03C7-F526-4B4E-97AD-32033CEC6836}"/>
              </a:ext>
            </a:extLst>
          </p:cNvPr>
          <p:cNvSpPr/>
          <p:nvPr/>
        </p:nvSpPr>
        <p:spPr>
          <a:xfrm>
            <a:off x="5520060" y="872404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0x1D780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5488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MLP2 </a:t>
            </a:r>
            <a:r>
              <a:rPr lang="en-US" altLang="zh-CN" sz="7480" b="1" strike="noStrike" spc="-151" dirty="0" err="1">
                <a:solidFill>
                  <a:srgbClr val="000000"/>
                </a:solidFill>
                <a:latin typeface="Helvetica Neue"/>
                <a:ea typeface="Helvetica Neue"/>
              </a:rPr>
              <a:t>ReLU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239920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Wf2 = 96 * 120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Bf2 = 96 * 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Yf1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120</a:t>
            </a:r>
          </a:p>
          <a:p>
            <a:pPr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Yf2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96  0x400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  <a:sym typeface="Wingdings" panose="05000000000000000000" pitchFamily="2" charset="2"/>
              </a:rPr>
              <a:t> 0x600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41832"/>
            <a:ext cx="2960100" cy="49242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0x10320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6738DE1F-56FF-4A21-9F47-8531A58E9039}"/>
              </a:ext>
            </a:extLst>
          </p:cNvPr>
          <p:cNvGrpSpPr/>
          <p:nvPr/>
        </p:nvGrpSpPr>
        <p:grpSpPr>
          <a:xfrm>
            <a:off x="1940896" y="3630819"/>
            <a:ext cx="2960100" cy="382845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37E347AD-511E-4805-88E7-3153A3C9DDE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1A8FF608-EBED-446A-9B8A-973F9477880D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8" name="CustomShape 10">
            <a:extLst>
              <a:ext uri="{FF2B5EF4-FFF2-40B4-BE49-F238E27FC236}">
                <a16:creationId xmlns:a16="http://schemas.microsoft.com/office/drawing/2014/main" id="{21D099E0-88F3-415B-8FE8-AED92D3BC2C7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0x103A0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9" name="CustomShape 10">
            <a:extLst>
              <a:ext uri="{FF2B5EF4-FFF2-40B4-BE49-F238E27FC236}">
                <a16:creationId xmlns:a16="http://schemas.microsoft.com/office/drawing/2014/main" id="{FFC72DFD-6C21-444E-923A-F892FFA101D5}"/>
              </a:ext>
            </a:extLst>
          </p:cNvPr>
          <p:cNvSpPr/>
          <p:nvPr/>
        </p:nvSpPr>
        <p:spPr>
          <a:xfrm>
            <a:off x="5516643" y="493544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0x10D00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0" name="CustomShape 10">
            <a:extLst>
              <a:ext uri="{FF2B5EF4-FFF2-40B4-BE49-F238E27FC236}">
                <a16:creationId xmlns:a16="http://schemas.microsoft.com/office/drawing/2014/main" id="{9F804B9E-BD2A-4DA7-A0C6-44EE5483BB4B}"/>
              </a:ext>
            </a:extLst>
          </p:cNvPr>
          <p:cNvSpPr/>
          <p:nvPr/>
        </p:nvSpPr>
        <p:spPr>
          <a:xfrm>
            <a:off x="931570" y="37933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0x0400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29" name="CustomShape 10">
            <a:extLst>
              <a:ext uri="{FF2B5EF4-FFF2-40B4-BE49-F238E27FC236}">
                <a16:creationId xmlns:a16="http://schemas.microsoft.com/office/drawing/2014/main" id="{68895711-537F-470B-A32C-73FC4FFED7FA}"/>
              </a:ext>
            </a:extLst>
          </p:cNvPr>
          <p:cNvSpPr/>
          <p:nvPr/>
        </p:nvSpPr>
        <p:spPr>
          <a:xfrm>
            <a:off x="940051" y="472242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0" name="Group 12">
            <a:extLst>
              <a:ext uri="{FF2B5EF4-FFF2-40B4-BE49-F238E27FC236}">
                <a16:creationId xmlns:a16="http://schemas.microsoft.com/office/drawing/2014/main" id="{9E3D4E61-DA35-42F2-A091-BB4EE2608E6D}"/>
              </a:ext>
            </a:extLst>
          </p:cNvPr>
          <p:cNvGrpSpPr/>
          <p:nvPr/>
        </p:nvGrpSpPr>
        <p:grpSpPr>
          <a:xfrm>
            <a:off x="6493000" y="4565573"/>
            <a:ext cx="2960100" cy="49242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D18E9043-4C79-45D3-A0E3-18801047492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508AEE38-7153-45EE-9C3B-94E390D37AC7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3" name="Group 15">
            <a:extLst>
              <a:ext uri="{FF2B5EF4-FFF2-40B4-BE49-F238E27FC236}">
                <a16:creationId xmlns:a16="http://schemas.microsoft.com/office/drawing/2014/main" id="{CA3A835A-45D0-442E-ABDA-70CFB9382F81}"/>
              </a:ext>
            </a:extLst>
          </p:cNvPr>
          <p:cNvGrpSpPr/>
          <p:nvPr/>
        </p:nvGrpSpPr>
        <p:grpSpPr>
          <a:xfrm>
            <a:off x="6499966" y="5058001"/>
            <a:ext cx="2960807" cy="463644"/>
            <a:chOff x="3652920" y="3577980"/>
            <a:chExt cx="1643040" cy="310828"/>
          </a:xfrm>
        </p:grpSpPr>
        <p:sp>
          <p:nvSpPr>
            <p:cNvPr id="34" name="CustomShape 16">
              <a:extLst>
                <a:ext uri="{FF2B5EF4-FFF2-40B4-BE49-F238E27FC236}">
                  <a16:creationId xmlns:a16="http://schemas.microsoft.com/office/drawing/2014/main" id="{6CA705D8-4F86-4B8B-A3CB-BE8E111521F5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1" name="CustomShape 17">
              <a:extLst>
                <a:ext uri="{FF2B5EF4-FFF2-40B4-BE49-F238E27FC236}">
                  <a16:creationId xmlns:a16="http://schemas.microsoft.com/office/drawing/2014/main" id="{14AE4194-1404-45EA-AB62-158704F17CC1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2" name="CustomShape 10">
            <a:extLst>
              <a:ext uri="{FF2B5EF4-FFF2-40B4-BE49-F238E27FC236}">
                <a16:creationId xmlns:a16="http://schemas.microsoft.com/office/drawing/2014/main" id="{6269BC43-E005-4353-8955-1F316ED22F3A}"/>
              </a:ext>
            </a:extLst>
          </p:cNvPr>
          <p:cNvSpPr/>
          <p:nvPr/>
        </p:nvSpPr>
        <p:spPr>
          <a:xfrm>
            <a:off x="5528886" y="537120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0x10D80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4" name="Group 12">
            <a:extLst>
              <a:ext uri="{FF2B5EF4-FFF2-40B4-BE49-F238E27FC236}">
                <a16:creationId xmlns:a16="http://schemas.microsoft.com/office/drawing/2014/main" id="{54F182D4-A5CB-449A-BD93-8984FA40A97B}"/>
              </a:ext>
            </a:extLst>
          </p:cNvPr>
          <p:cNvGrpSpPr/>
          <p:nvPr/>
        </p:nvGrpSpPr>
        <p:grpSpPr>
          <a:xfrm>
            <a:off x="6493000" y="5514073"/>
            <a:ext cx="2960100" cy="2942456"/>
            <a:chOff x="6494040" y="3629520"/>
            <a:chExt cx="1643040" cy="4589640"/>
          </a:xfrm>
        </p:grpSpPr>
        <p:sp>
          <p:nvSpPr>
            <p:cNvPr id="55" name="CustomShape 13">
              <a:extLst>
                <a:ext uri="{FF2B5EF4-FFF2-40B4-BE49-F238E27FC236}">
                  <a16:creationId xmlns:a16="http://schemas.microsoft.com/office/drawing/2014/main" id="{B416A706-5213-4407-9E54-031F379E6808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6" name="CustomShape 14">
              <a:extLst>
                <a:ext uri="{FF2B5EF4-FFF2-40B4-BE49-F238E27FC236}">
                  <a16:creationId xmlns:a16="http://schemas.microsoft.com/office/drawing/2014/main" id="{947E425B-9867-4992-B8ED-A2B385979CCF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Wf1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8" name="Group 15">
            <a:extLst>
              <a:ext uri="{FF2B5EF4-FFF2-40B4-BE49-F238E27FC236}">
                <a16:creationId xmlns:a16="http://schemas.microsoft.com/office/drawing/2014/main" id="{7A21F64A-AE92-4CAF-A123-CB06F3FABA4C}"/>
              </a:ext>
            </a:extLst>
          </p:cNvPr>
          <p:cNvGrpSpPr/>
          <p:nvPr/>
        </p:nvGrpSpPr>
        <p:grpSpPr>
          <a:xfrm>
            <a:off x="6492293" y="8436071"/>
            <a:ext cx="2960807" cy="463644"/>
            <a:chOff x="3652920" y="3577980"/>
            <a:chExt cx="1643040" cy="310828"/>
          </a:xfrm>
        </p:grpSpPr>
        <p:sp>
          <p:nvSpPr>
            <p:cNvPr id="59" name="CustomShape 16">
              <a:extLst>
                <a:ext uri="{FF2B5EF4-FFF2-40B4-BE49-F238E27FC236}">
                  <a16:creationId xmlns:a16="http://schemas.microsoft.com/office/drawing/2014/main" id="{5BF02EBE-67BD-4C60-94AF-BA784A8841D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4" name="CustomShape 17">
              <a:extLst>
                <a:ext uri="{FF2B5EF4-FFF2-40B4-BE49-F238E27FC236}">
                  <a16:creationId xmlns:a16="http://schemas.microsoft.com/office/drawing/2014/main" id="{1F22732E-8F57-4D51-B54B-B1283404A9FB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Bf1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5" name="CustomShape 10">
            <a:extLst>
              <a:ext uri="{FF2B5EF4-FFF2-40B4-BE49-F238E27FC236}">
                <a16:creationId xmlns:a16="http://schemas.microsoft.com/office/drawing/2014/main" id="{78A0BF0E-12D9-48C6-84DD-7DD1DF153087}"/>
              </a:ext>
            </a:extLst>
          </p:cNvPr>
          <p:cNvSpPr/>
          <p:nvPr/>
        </p:nvSpPr>
        <p:spPr>
          <a:xfrm>
            <a:off x="5510586" y="823152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0x1D580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6" name="Group 12">
            <a:extLst>
              <a:ext uri="{FF2B5EF4-FFF2-40B4-BE49-F238E27FC236}">
                <a16:creationId xmlns:a16="http://schemas.microsoft.com/office/drawing/2014/main" id="{7DED46AB-4210-4635-AE88-F03BF903E15A}"/>
              </a:ext>
            </a:extLst>
          </p:cNvPr>
          <p:cNvGrpSpPr/>
          <p:nvPr/>
        </p:nvGrpSpPr>
        <p:grpSpPr>
          <a:xfrm>
            <a:off x="1915268" y="4841735"/>
            <a:ext cx="2960100" cy="382845"/>
            <a:chOff x="6494040" y="3629520"/>
            <a:chExt cx="1643040" cy="4589640"/>
          </a:xfrm>
        </p:grpSpPr>
        <p:sp>
          <p:nvSpPr>
            <p:cNvPr id="70" name="CustomShape 13">
              <a:extLst>
                <a:ext uri="{FF2B5EF4-FFF2-40B4-BE49-F238E27FC236}">
                  <a16:creationId xmlns:a16="http://schemas.microsoft.com/office/drawing/2014/main" id="{D13E9B1C-137A-4E01-8282-16A64858018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1" name="CustomShape 14">
              <a:extLst>
                <a:ext uri="{FF2B5EF4-FFF2-40B4-BE49-F238E27FC236}">
                  <a16:creationId xmlns:a16="http://schemas.microsoft.com/office/drawing/2014/main" id="{1473ADC4-3E97-4041-9626-CC8D6CB28DD4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Yf1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72" name="CustomShape 10">
            <a:extLst>
              <a:ext uri="{FF2B5EF4-FFF2-40B4-BE49-F238E27FC236}">
                <a16:creationId xmlns:a16="http://schemas.microsoft.com/office/drawing/2014/main" id="{E78D03C7-F526-4B4E-97AD-32033CEC6836}"/>
              </a:ext>
            </a:extLst>
          </p:cNvPr>
          <p:cNvSpPr/>
          <p:nvPr/>
        </p:nvSpPr>
        <p:spPr>
          <a:xfrm>
            <a:off x="5520060" y="872404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0x1D780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7" name="Group 12">
            <a:extLst>
              <a:ext uri="{FF2B5EF4-FFF2-40B4-BE49-F238E27FC236}">
                <a16:creationId xmlns:a16="http://schemas.microsoft.com/office/drawing/2014/main" id="{723D93FD-9FA0-4E08-9CE5-0F1C9A519F39}"/>
              </a:ext>
            </a:extLst>
          </p:cNvPr>
          <p:cNvGrpSpPr/>
          <p:nvPr/>
        </p:nvGrpSpPr>
        <p:grpSpPr>
          <a:xfrm>
            <a:off x="1915268" y="6760296"/>
            <a:ext cx="2960100" cy="1343798"/>
            <a:chOff x="6494040" y="3629520"/>
            <a:chExt cx="1643040" cy="4589640"/>
          </a:xfrm>
        </p:grpSpPr>
        <p:sp>
          <p:nvSpPr>
            <p:cNvPr id="73" name="CustomShape 13">
              <a:extLst>
                <a:ext uri="{FF2B5EF4-FFF2-40B4-BE49-F238E27FC236}">
                  <a16:creationId xmlns:a16="http://schemas.microsoft.com/office/drawing/2014/main" id="{FADEC373-A307-4C23-BCC8-E4160BDC73C4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4" name="CustomShape 14">
              <a:extLst>
                <a:ext uri="{FF2B5EF4-FFF2-40B4-BE49-F238E27FC236}">
                  <a16:creationId xmlns:a16="http://schemas.microsoft.com/office/drawing/2014/main" id="{F89CBF94-7A91-43CB-A4A2-63C44F73CFD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Wf2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75" name="CustomShape 10">
            <a:extLst>
              <a:ext uri="{FF2B5EF4-FFF2-40B4-BE49-F238E27FC236}">
                <a16:creationId xmlns:a16="http://schemas.microsoft.com/office/drawing/2014/main" id="{CEE95B8A-1255-40FC-B388-906FED3D28FA}"/>
              </a:ext>
            </a:extLst>
          </p:cNvPr>
          <p:cNvSpPr/>
          <p:nvPr/>
        </p:nvSpPr>
        <p:spPr>
          <a:xfrm>
            <a:off x="940051" y="662902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0x8000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76" name="Group 15">
            <a:extLst>
              <a:ext uri="{FF2B5EF4-FFF2-40B4-BE49-F238E27FC236}">
                <a16:creationId xmlns:a16="http://schemas.microsoft.com/office/drawing/2014/main" id="{90886EC0-0CEB-41AF-84E4-A9D49A8BC9EF}"/>
              </a:ext>
            </a:extLst>
          </p:cNvPr>
          <p:cNvGrpSpPr/>
          <p:nvPr/>
        </p:nvGrpSpPr>
        <p:grpSpPr>
          <a:xfrm>
            <a:off x="1923892" y="8095077"/>
            <a:ext cx="2960807" cy="463644"/>
            <a:chOff x="3652920" y="3577980"/>
            <a:chExt cx="1643040" cy="310828"/>
          </a:xfrm>
        </p:grpSpPr>
        <p:sp>
          <p:nvSpPr>
            <p:cNvPr id="77" name="CustomShape 16">
              <a:extLst>
                <a:ext uri="{FF2B5EF4-FFF2-40B4-BE49-F238E27FC236}">
                  <a16:creationId xmlns:a16="http://schemas.microsoft.com/office/drawing/2014/main" id="{A0FDF67A-6D7E-4ED7-A23F-75A9C04579EC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8" name="CustomShape 17">
              <a:extLst>
                <a:ext uri="{FF2B5EF4-FFF2-40B4-BE49-F238E27FC236}">
                  <a16:creationId xmlns:a16="http://schemas.microsoft.com/office/drawing/2014/main" id="{27A234D3-C594-444C-9CEE-C6BF4C30950B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Bf2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79" name="CustomShape 10">
            <a:extLst>
              <a:ext uri="{FF2B5EF4-FFF2-40B4-BE49-F238E27FC236}">
                <a16:creationId xmlns:a16="http://schemas.microsoft.com/office/drawing/2014/main" id="{17F9F603-6562-4D10-8A3A-F805A5A2403C}"/>
              </a:ext>
            </a:extLst>
          </p:cNvPr>
          <p:cNvSpPr/>
          <p:nvPr/>
        </p:nvSpPr>
        <p:spPr>
          <a:xfrm>
            <a:off x="931191" y="793210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0xAD00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5706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MLP3 </a:t>
            </a:r>
            <a:r>
              <a:rPr lang="en-US" altLang="zh-CN" sz="7480" b="1" strike="noStrike" spc="-151" dirty="0" err="1">
                <a:solidFill>
                  <a:srgbClr val="000000"/>
                </a:solidFill>
                <a:latin typeface="Helvetica Neue"/>
                <a:ea typeface="Helvetica Neue"/>
              </a:rPr>
              <a:t>ReLU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239920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Wf3 = 32 * 84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Bf3 = 32 * 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Yf2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84</a:t>
            </a:r>
          </a:p>
          <a:p>
            <a:pPr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Yf3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  0x400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  <a:sym typeface="Wingdings" panose="05000000000000000000" pitchFamily="2" charset="2"/>
              </a:rPr>
              <a:t> 0x600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41832"/>
            <a:ext cx="2960100" cy="49242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0x10320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6738DE1F-56FF-4A21-9F47-8531A58E9039}"/>
              </a:ext>
            </a:extLst>
          </p:cNvPr>
          <p:cNvGrpSpPr/>
          <p:nvPr/>
        </p:nvGrpSpPr>
        <p:grpSpPr>
          <a:xfrm>
            <a:off x="1940896" y="3630819"/>
            <a:ext cx="2960100" cy="382845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37E347AD-511E-4805-88E7-3153A3C9DDE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1A8FF608-EBED-446A-9B8A-973F9477880D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8" name="CustomShape 10">
            <a:extLst>
              <a:ext uri="{FF2B5EF4-FFF2-40B4-BE49-F238E27FC236}">
                <a16:creationId xmlns:a16="http://schemas.microsoft.com/office/drawing/2014/main" id="{21D099E0-88F3-415B-8FE8-AED92D3BC2C7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0x103A0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9" name="CustomShape 10">
            <a:extLst>
              <a:ext uri="{FF2B5EF4-FFF2-40B4-BE49-F238E27FC236}">
                <a16:creationId xmlns:a16="http://schemas.microsoft.com/office/drawing/2014/main" id="{FFC72DFD-6C21-444E-923A-F892FFA101D5}"/>
              </a:ext>
            </a:extLst>
          </p:cNvPr>
          <p:cNvSpPr/>
          <p:nvPr/>
        </p:nvSpPr>
        <p:spPr>
          <a:xfrm>
            <a:off x="5516643" y="493544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0x10D00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0" name="CustomShape 10">
            <a:extLst>
              <a:ext uri="{FF2B5EF4-FFF2-40B4-BE49-F238E27FC236}">
                <a16:creationId xmlns:a16="http://schemas.microsoft.com/office/drawing/2014/main" id="{9F804B9E-BD2A-4DA7-A0C6-44EE5483BB4B}"/>
              </a:ext>
            </a:extLst>
          </p:cNvPr>
          <p:cNvSpPr/>
          <p:nvPr/>
        </p:nvSpPr>
        <p:spPr>
          <a:xfrm>
            <a:off x="931570" y="37933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0x0400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29" name="CustomShape 10">
            <a:extLst>
              <a:ext uri="{FF2B5EF4-FFF2-40B4-BE49-F238E27FC236}">
                <a16:creationId xmlns:a16="http://schemas.microsoft.com/office/drawing/2014/main" id="{68895711-537F-470B-A32C-73FC4FFED7FA}"/>
              </a:ext>
            </a:extLst>
          </p:cNvPr>
          <p:cNvSpPr/>
          <p:nvPr/>
        </p:nvSpPr>
        <p:spPr>
          <a:xfrm>
            <a:off x="920205" y="407700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0x0600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0" name="Group 12">
            <a:extLst>
              <a:ext uri="{FF2B5EF4-FFF2-40B4-BE49-F238E27FC236}">
                <a16:creationId xmlns:a16="http://schemas.microsoft.com/office/drawing/2014/main" id="{9E3D4E61-DA35-42F2-A091-BB4EE2608E6D}"/>
              </a:ext>
            </a:extLst>
          </p:cNvPr>
          <p:cNvGrpSpPr/>
          <p:nvPr/>
        </p:nvGrpSpPr>
        <p:grpSpPr>
          <a:xfrm>
            <a:off x="6493000" y="4565573"/>
            <a:ext cx="2960100" cy="49242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D18E9043-4C79-45D3-A0E3-18801047492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508AEE38-7153-45EE-9C3B-94E390D37AC7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3" name="Group 15">
            <a:extLst>
              <a:ext uri="{FF2B5EF4-FFF2-40B4-BE49-F238E27FC236}">
                <a16:creationId xmlns:a16="http://schemas.microsoft.com/office/drawing/2014/main" id="{CA3A835A-45D0-442E-ABDA-70CFB9382F81}"/>
              </a:ext>
            </a:extLst>
          </p:cNvPr>
          <p:cNvGrpSpPr/>
          <p:nvPr/>
        </p:nvGrpSpPr>
        <p:grpSpPr>
          <a:xfrm>
            <a:off x="6499966" y="5058001"/>
            <a:ext cx="2960807" cy="463644"/>
            <a:chOff x="3652920" y="3577980"/>
            <a:chExt cx="1643040" cy="310828"/>
          </a:xfrm>
        </p:grpSpPr>
        <p:sp>
          <p:nvSpPr>
            <p:cNvPr id="34" name="CustomShape 16">
              <a:extLst>
                <a:ext uri="{FF2B5EF4-FFF2-40B4-BE49-F238E27FC236}">
                  <a16:creationId xmlns:a16="http://schemas.microsoft.com/office/drawing/2014/main" id="{6CA705D8-4F86-4B8B-A3CB-BE8E111521F5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1" name="CustomShape 17">
              <a:extLst>
                <a:ext uri="{FF2B5EF4-FFF2-40B4-BE49-F238E27FC236}">
                  <a16:creationId xmlns:a16="http://schemas.microsoft.com/office/drawing/2014/main" id="{14AE4194-1404-45EA-AB62-158704F17CC1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2" name="CustomShape 10">
            <a:extLst>
              <a:ext uri="{FF2B5EF4-FFF2-40B4-BE49-F238E27FC236}">
                <a16:creationId xmlns:a16="http://schemas.microsoft.com/office/drawing/2014/main" id="{6269BC43-E005-4353-8955-1F316ED22F3A}"/>
              </a:ext>
            </a:extLst>
          </p:cNvPr>
          <p:cNvSpPr/>
          <p:nvPr/>
        </p:nvSpPr>
        <p:spPr>
          <a:xfrm>
            <a:off x="5528886" y="537120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0x10D80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4" name="Group 12">
            <a:extLst>
              <a:ext uri="{FF2B5EF4-FFF2-40B4-BE49-F238E27FC236}">
                <a16:creationId xmlns:a16="http://schemas.microsoft.com/office/drawing/2014/main" id="{54F182D4-A5CB-449A-BD93-8984FA40A97B}"/>
              </a:ext>
            </a:extLst>
          </p:cNvPr>
          <p:cNvGrpSpPr/>
          <p:nvPr/>
        </p:nvGrpSpPr>
        <p:grpSpPr>
          <a:xfrm>
            <a:off x="6493000" y="5514073"/>
            <a:ext cx="2960100" cy="2942456"/>
            <a:chOff x="6494040" y="3629520"/>
            <a:chExt cx="1643040" cy="4589640"/>
          </a:xfrm>
        </p:grpSpPr>
        <p:sp>
          <p:nvSpPr>
            <p:cNvPr id="55" name="CustomShape 13">
              <a:extLst>
                <a:ext uri="{FF2B5EF4-FFF2-40B4-BE49-F238E27FC236}">
                  <a16:creationId xmlns:a16="http://schemas.microsoft.com/office/drawing/2014/main" id="{B416A706-5213-4407-9E54-031F379E6808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6" name="CustomShape 14">
              <a:extLst>
                <a:ext uri="{FF2B5EF4-FFF2-40B4-BE49-F238E27FC236}">
                  <a16:creationId xmlns:a16="http://schemas.microsoft.com/office/drawing/2014/main" id="{947E425B-9867-4992-B8ED-A2B385979CCF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Wf1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8" name="Group 15">
            <a:extLst>
              <a:ext uri="{FF2B5EF4-FFF2-40B4-BE49-F238E27FC236}">
                <a16:creationId xmlns:a16="http://schemas.microsoft.com/office/drawing/2014/main" id="{7A21F64A-AE92-4CAF-A123-CB06F3FABA4C}"/>
              </a:ext>
            </a:extLst>
          </p:cNvPr>
          <p:cNvGrpSpPr/>
          <p:nvPr/>
        </p:nvGrpSpPr>
        <p:grpSpPr>
          <a:xfrm>
            <a:off x="6492293" y="8436071"/>
            <a:ext cx="2960807" cy="463644"/>
            <a:chOff x="3652920" y="3577980"/>
            <a:chExt cx="1643040" cy="310828"/>
          </a:xfrm>
        </p:grpSpPr>
        <p:sp>
          <p:nvSpPr>
            <p:cNvPr id="59" name="CustomShape 16">
              <a:extLst>
                <a:ext uri="{FF2B5EF4-FFF2-40B4-BE49-F238E27FC236}">
                  <a16:creationId xmlns:a16="http://schemas.microsoft.com/office/drawing/2014/main" id="{5BF02EBE-67BD-4C60-94AF-BA784A8841D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4" name="CustomShape 17">
              <a:extLst>
                <a:ext uri="{FF2B5EF4-FFF2-40B4-BE49-F238E27FC236}">
                  <a16:creationId xmlns:a16="http://schemas.microsoft.com/office/drawing/2014/main" id="{1F22732E-8F57-4D51-B54B-B1283404A9FB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Bf1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5" name="CustomShape 10">
            <a:extLst>
              <a:ext uri="{FF2B5EF4-FFF2-40B4-BE49-F238E27FC236}">
                <a16:creationId xmlns:a16="http://schemas.microsoft.com/office/drawing/2014/main" id="{78A0BF0E-12D9-48C6-84DD-7DD1DF153087}"/>
              </a:ext>
            </a:extLst>
          </p:cNvPr>
          <p:cNvSpPr/>
          <p:nvPr/>
        </p:nvSpPr>
        <p:spPr>
          <a:xfrm>
            <a:off x="5510586" y="823152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0x1D580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2" name="CustomShape 10">
            <a:extLst>
              <a:ext uri="{FF2B5EF4-FFF2-40B4-BE49-F238E27FC236}">
                <a16:creationId xmlns:a16="http://schemas.microsoft.com/office/drawing/2014/main" id="{E78D03C7-F526-4B4E-97AD-32033CEC6836}"/>
              </a:ext>
            </a:extLst>
          </p:cNvPr>
          <p:cNvSpPr/>
          <p:nvPr/>
        </p:nvSpPr>
        <p:spPr>
          <a:xfrm>
            <a:off x="5520060" y="872404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0x1D780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7" name="Group 12">
            <a:extLst>
              <a:ext uri="{FF2B5EF4-FFF2-40B4-BE49-F238E27FC236}">
                <a16:creationId xmlns:a16="http://schemas.microsoft.com/office/drawing/2014/main" id="{723D93FD-9FA0-4E08-9CE5-0F1C9A519F39}"/>
              </a:ext>
            </a:extLst>
          </p:cNvPr>
          <p:cNvGrpSpPr/>
          <p:nvPr/>
        </p:nvGrpSpPr>
        <p:grpSpPr>
          <a:xfrm>
            <a:off x="1915268" y="6760296"/>
            <a:ext cx="2960100" cy="1343798"/>
            <a:chOff x="6494040" y="3629520"/>
            <a:chExt cx="1643040" cy="4589640"/>
          </a:xfrm>
        </p:grpSpPr>
        <p:sp>
          <p:nvSpPr>
            <p:cNvPr id="73" name="CustomShape 13">
              <a:extLst>
                <a:ext uri="{FF2B5EF4-FFF2-40B4-BE49-F238E27FC236}">
                  <a16:creationId xmlns:a16="http://schemas.microsoft.com/office/drawing/2014/main" id="{FADEC373-A307-4C23-BCC8-E4160BDC73C4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4" name="CustomShape 14">
              <a:extLst>
                <a:ext uri="{FF2B5EF4-FFF2-40B4-BE49-F238E27FC236}">
                  <a16:creationId xmlns:a16="http://schemas.microsoft.com/office/drawing/2014/main" id="{F89CBF94-7A91-43CB-A4A2-63C44F73CFD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Wf2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75" name="CustomShape 10">
            <a:extLst>
              <a:ext uri="{FF2B5EF4-FFF2-40B4-BE49-F238E27FC236}">
                <a16:creationId xmlns:a16="http://schemas.microsoft.com/office/drawing/2014/main" id="{CEE95B8A-1255-40FC-B388-906FED3D28FA}"/>
              </a:ext>
            </a:extLst>
          </p:cNvPr>
          <p:cNvSpPr/>
          <p:nvPr/>
        </p:nvSpPr>
        <p:spPr>
          <a:xfrm>
            <a:off x="940051" y="662902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0x8000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76" name="Group 15">
            <a:extLst>
              <a:ext uri="{FF2B5EF4-FFF2-40B4-BE49-F238E27FC236}">
                <a16:creationId xmlns:a16="http://schemas.microsoft.com/office/drawing/2014/main" id="{90886EC0-0CEB-41AF-84E4-A9D49A8BC9EF}"/>
              </a:ext>
            </a:extLst>
          </p:cNvPr>
          <p:cNvGrpSpPr/>
          <p:nvPr/>
        </p:nvGrpSpPr>
        <p:grpSpPr>
          <a:xfrm>
            <a:off x="1923892" y="8095077"/>
            <a:ext cx="2960807" cy="463644"/>
            <a:chOff x="3652920" y="3577980"/>
            <a:chExt cx="1643040" cy="310828"/>
          </a:xfrm>
        </p:grpSpPr>
        <p:sp>
          <p:nvSpPr>
            <p:cNvPr id="77" name="CustomShape 16">
              <a:extLst>
                <a:ext uri="{FF2B5EF4-FFF2-40B4-BE49-F238E27FC236}">
                  <a16:creationId xmlns:a16="http://schemas.microsoft.com/office/drawing/2014/main" id="{A0FDF67A-6D7E-4ED7-A23F-75A9C04579EC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8" name="CustomShape 17">
              <a:extLst>
                <a:ext uri="{FF2B5EF4-FFF2-40B4-BE49-F238E27FC236}">
                  <a16:creationId xmlns:a16="http://schemas.microsoft.com/office/drawing/2014/main" id="{27A234D3-C594-444C-9CEE-C6BF4C30950B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Bf2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79" name="CustomShape 10">
            <a:extLst>
              <a:ext uri="{FF2B5EF4-FFF2-40B4-BE49-F238E27FC236}">
                <a16:creationId xmlns:a16="http://schemas.microsoft.com/office/drawing/2014/main" id="{17F9F603-6562-4D10-8A3A-F805A5A2403C}"/>
              </a:ext>
            </a:extLst>
          </p:cNvPr>
          <p:cNvSpPr/>
          <p:nvPr/>
        </p:nvSpPr>
        <p:spPr>
          <a:xfrm>
            <a:off x="931191" y="793210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0xAD00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1" name="Group 12">
            <a:extLst>
              <a:ext uri="{FF2B5EF4-FFF2-40B4-BE49-F238E27FC236}">
                <a16:creationId xmlns:a16="http://schemas.microsoft.com/office/drawing/2014/main" id="{57E59DC9-4D49-4C60-A2A4-E97CF9CEAE54}"/>
              </a:ext>
            </a:extLst>
          </p:cNvPr>
          <p:cNvGrpSpPr/>
          <p:nvPr/>
        </p:nvGrpSpPr>
        <p:grpSpPr>
          <a:xfrm>
            <a:off x="1924245" y="4187728"/>
            <a:ext cx="2960100" cy="382845"/>
            <a:chOff x="6494040" y="3629520"/>
            <a:chExt cx="1643040" cy="4589640"/>
          </a:xfrm>
        </p:grpSpPr>
        <p:sp>
          <p:nvSpPr>
            <p:cNvPr id="52" name="CustomShape 13">
              <a:extLst>
                <a:ext uri="{FF2B5EF4-FFF2-40B4-BE49-F238E27FC236}">
                  <a16:creationId xmlns:a16="http://schemas.microsoft.com/office/drawing/2014/main" id="{5D323340-6267-4646-835B-0112A276997A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3" name="CustomShape 14">
              <a:extLst>
                <a:ext uri="{FF2B5EF4-FFF2-40B4-BE49-F238E27FC236}">
                  <a16:creationId xmlns:a16="http://schemas.microsoft.com/office/drawing/2014/main" id="{BD8551D9-41C4-4856-A450-BC1CECA01540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Yf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0" name="Group 12">
            <a:extLst>
              <a:ext uri="{FF2B5EF4-FFF2-40B4-BE49-F238E27FC236}">
                <a16:creationId xmlns:a16="http://schemas.microsoft.com/office/drawing/2014/main" id="{04C91D92-7665-40EB-B685-88830CC502F4}"/>
              </a:ext>
            </a:extLst>
          </p:cNvPr>
          <p:cNvGrpSpPr/>
          <p:nvPr/>
        </p:nvGrpSpPr>
        <p:grpSpPr>
          <a:xfrm>
            <a:off x="6494798" y="8905544"/>
            <a:ext cx="2960100" cy="464591"/>
            <a:chOff x="6494040" y="3629520"/>
            <a:chExt cx="1643040" cy="4589640"/>
          </a:xfrm>
        </p:grpSpPr>
        <p:sp>
          <p:nvSpPr>
            <p:cNvPr id="81" name="CustomShape 13">
              <a:extLst>
                <a:ext uri="{FF2B5EF4-FFF2-40B4-BE49-F238E27FC236}">
                  <a16:creationId xmlns:a16="http://schemas.microsoft.com/office/drawing/2014/main" id="{6BEC7E80-56E7-4923-BEDB-BCD4D511E7CC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2" name="CustomShape 14">
              <a:extLst>
                <a:ext uri="{FF2B5EF4-FFF2-40B4-BE49-F238E27FC236}">
                  <a16:creationId xmlns:a16="http://schemas.microsoft.com/office/drawing/2014/main" id="{9E09E2C7-14D7-4B89-AB31-606FE9CFE2B2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Wf3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3" name="Group 15">
            <a:extLst>
              <a:ext uri="{FF2B5EF4-FFF2-40B4-BE49-F238E27FC236}">
                <a16:creationId xmlns:a16="http://schemas.microsoft.com/office/drawing/2014/main" id="{33BB99D2-B255-4114-986B-293109A435AD}"/>
              </a:ext>
            </a:extLst>
          </p:cNvPr>
          <p:cNvGrpSpPr/>
          <p:nvPr/>
        </p:nvGrpSpPr>
        <p:grpSpPr>
          <a:xfrm>
            <a:off x="6501807" y="9370135"/>
            <a:ext cx="2960807" cy="463644"/>
            <a:chOff x="3652920" y="3577980"/>
            <a:chExt cx="1643040" cy="310828"/>
          </a:xfrm>
        </p:grpSpPr>
        <p:sp>
          <p:nvSpPr>
            <p:cNvPr id="84" name="CustomShape 16">
              <a:extLst>
                <a:ext uri="{FF2B5EF4-FFF2-40B4-BE49-F238E27FC236}">
                  <a16:creationId xmlns:a16="http://schemas.microsoft.com/office/drawing/2014/main" id="{43D71F2F-B0C9-407D-B629-9049808C2C5A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5" name="CustomShape 17">
              <a:extLst>
                <a:ext uri="{FF2B5EF4-FFF2-40B4-BE49-F238E27FC236}">
                  <a16:creationId xmlns:a16="http://schemas.microsoft.com/office/drawing/2014/main" id="{CBC1F3B1-D783-4A7B-A34B-F0AFF22FAF3B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>
                  <a:solidFill>
                    <a:srgbClr val="000000"/>
                  </a:solidFill>
                  <a:latin typeface="等线"/>
                  <a:ea typeface="等线"/>
                </a:rPr>
                <a:t>Bf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3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86" name="CustomShape 10">
            <a:extLst>
              <a:ext uri="{FF2B5EF4-FFF2-40B4-BE49-F238E27FC236}">
                <a16:creationId xmlns:a16="http://schemas.microsoft.com/office/drawing/2014/main" id="{E64352BC-43AE-4E6E-AA9C-A21E103C72B0}"/>
              </a:ext>
            </a:extLst>
          </p:cNvPr>
          <p:cNvSpPr/>
          <p:nvPr/>
        </p:nvSpPr>
        <p:spPr>
          <a:xfrm>
            <a:off x="5510586" y="919747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0x1E200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91559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2288</TotalTime>
  <Words>252</Words>
  <Application>Microsoft Office PowerPoint</Application>
  <PresentationFormat>自定义</PresentationFormat>
  <Paragraphs>142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Helvetica Neue</vt:lpstr>
      <vt:lpstr>等线</vt:lpstr>
      <vt:lpstr>Arial</vt:lpstr>
      <vt:lpstr>Symbol</vt:lpstr>
      <vt:lpstr>Wingdings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hy qu</cp:lastModifiedBy>
  <cp:revision>463</cp:revision>
  <dcterms:created xsi:type="dcterms:W3CDTF">2021-08-29T14:06:47Z</dcterms:created>
  <dcterms:modified xsi:type="dcterms:W3CDTF">2021-11-12T03:31:10Z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2052-11.1.0.10702</vt:lpwstr>
  </property>
</Properties>
</file>