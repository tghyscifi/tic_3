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4"/>
  </p:notesMasterIdLst>
  <p:sldIdLst>
    <p:sldId id="256" r:id="rId3"/>
    <p:sldId id="258" r:id="rId4"/>
    <p:sldId id="259" r:id="rId5"/>
    <p:sldId id="261" r:id="rId6"/>
    <p:sldId id="260" r:id="rId7"/>
    <p:sldId id="262" r:id="rId8"/>
    <p:sldId id="264" r:id="rId9"/>
    <p:sldId id="268" r:id="rId10"/>
    <p:sldId id="265" r:id="rId11"/>
    <p:sldId id="266" r:id="rId12"/>
    <p:sldId id="269" r:id="rId13"/>
  </p:sldIdLst>
  <p:sldSz cx="24384000" cy="13716000"/>
  <p:notesSz cx="7559675" cy="106918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 snapToGrid="0" snapToObjects="1">
      <p:cViewPr varScale="1">
        <p:scale>
          <a:sx n="60" d="100"/>
          <a:sy n="6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52623-65F5-423B-A9D7-6C0D69EC0521}" type="datetimeFigureOut">
              <a:rPr lang="zh-CN" altLang="en-US" smtClean="0"/>
              <a:t>2021/11/5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97F75C-4943-400E-82F3-EC05F233CD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008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520" cy="10614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6382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60578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21896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86382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160578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520" cy="10614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86382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160578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121896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86382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160578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latin typeface="Arial"/>
              </a:rPr>
              <a:t>点击鼠标编辑标题文字格式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3200" b="0" strike="noStrike" spc="-1">
                <a:latin typeface="Arial"/>
              </a:rPr>
              <a:t>点击鼠标编辑大纲文字格式</a:t>
            </a:r>
            <a:endParaRPr lang="en-US" sz="32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strike="noStrike" spc="-1">
                <a:latin typeface="Arial"/>
              </a:rPr>
              <a:t>第二个大纲级</a:t>
            </a:r>
            <a:endParaRPr lang="en-US" sz="2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400" b="0" strike="noStrike" spc="-1">
                <a:latin typeface="Arial"/>
              </a:rPr>
              <a:t>第三大纲级别</a:t>
            </a:r>
            <a:endParaRPr lang="en-US" sz="24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strike="noStrike" spc="-1">
                <a:latin typeface="Arial"/>
              </a:rPr>
              <a:t>第四大纲级别</a:t>
            </a:r>
            <a:endParaRPr lang="en-US" sz="20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第五大纲级别</a:t>
            </a:r>
            <a:endParaRPr lang="en-US" sz="20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第六大纲级别</a:t>
            </a:r>
            <a:endParaRPr lang="en-US" sz="20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第七大纲级别</a:t>
            </a:r>
            <a:endParaRPr lang="en-US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latin typeface="Arial"/>
              </a:rPr>
              <a:t>点击鼠标编辑标题文字格式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点击鼠标编辑大纲文字格式</a:t>
            </a:r>
            <a:endParaRPr lang="en-US" sz="18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strike="noStrike" spc="-1">
                <a:latin typeface="Arial"/>
              </a:rPr>
              <a:t>第二个大纲级</a:t>
            </a:r>
            <a:endParaRPr lang="en-US" sz="1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第三大纲级别</a:t>
            </a:r>
            <a:endParaRPr lang="en-US" sz="18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strike="noStrike" spc="-1">
                <a:latin typeface="Arial"/>
              </a:rPr>
              <a:t>第四大纲级别</a:t>
            </a:r>
            <a:endParaRPr lang="en-US" sz="18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第五大纲级别</a:t>
            </a:r>
            <a:endParaRPr lang="en-US" sz="18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第六大纲级别</a:t>
            </a:r>
            <a:endParaRPr lang="en-US" sz="18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第七大纲级别</a:t>
            </a:r>
            <a:endParaRPr lang="en-US" sz="18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11600" spc="-1" dirty="0">
                <a:latin typeface="Arial"/>
              </a:rPr>
              <a:t>VGG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16 * 128 + 2 * 32 cores</a:t>
            </a:r>
            <a:endParaRPr lang="en-US" sz="55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W1 X1 +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B1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19"/>
            <a:ext cx="2960100" cy="4666185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49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332253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自发自收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1568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8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196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个路由包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1568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32 / 1024 = 49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1568 / 1024 = 1.53125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Y1p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4 / 1024 = 0.125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6524100" y="8300914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7"/>
            <a:ext cx="2960100" cy="385200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X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1.53125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810059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0x1C400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15502" y="4023639"/>
            <a:ext cx="2960807" cy="47075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23" name="CustomShape 10">
            <a:extLst>
              <a:ext uri="{FF2B5EF4-FFF2-40B4-BE49-F238E27FC236}">
                <a16:creationId xmlns:a16="http://schemas.microsoft.com/office/drawing/2014/main" id="{F86DA5B2-0DD8-864D-AF2B-2FF4FF478C18}"/>
              </a:ext>
            </a:extLst>
          </p:cNvPr>
          <p:cNvSpPr/>
          <p:nvPr/>
        </p:nvSpPr>
        <p:spPr>
          <a:xfrm>
            <a:off x="934322" y="387368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0x0620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4" name="CustomShape 10">
            <a:extLst>
              <a:ext uri="{FF2B5EF4-FFF2-40B4-BE49-F238E27FC236}">
                <a16:creationId xmlns:a16="http://schemas.microsoft.com/office/drawing/2014/main" id="{CF03C945-A4AA-3F4D-BDFA-5D9323740510}"/>
              </a:ext>
            </a:extLst>
          </p:cNvPr>
          <p:cNvSpPr/>
          <p:nvPr/>
        </p:nvSpPr>
        <p:spPr>
          <a:xfrm>
            <a:off x="934322" y="43236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0x06A0</a:t>
            </a:r>
            <a:endParaRPr lang="en-US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Router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9345597" y="6350895"/>
            <a:ext cx="5691965" cy="1014209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Core1到Core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15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将数据发给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Core0</a:t>
            </a:r>
            <a:endParaRPr lang="en-US" altLang="zh-CN" sz="3000" spc="-1" dirty="0">
              <a:solidFill>
                <a:srgbClr val="000000"/>
              </a:solidFill>
              <a:latin typeface="Arial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b="0" strike="noStrike" spc="-1" dirty="0">
                <a:solidFill>
                  <a:srgbClr val="000000"/>
                </a:solidFill>
                <a:latin typeface="Arial"/>
                <a:ea typeface="等线"/>
              </a:rPr>
              <a:t>1</a:t>
            </a:r>
            <a:r>
              <a:rPr lang="en-US" altLang="zh-CN" sz="3000" spc="-1" dirty="0">
                <a:solidFill>
                  <a:srgbClr val="000000"/>
                </a:solidFill>
                <a:latin typeface="Arial"/>
                <a:ea typeface="等线"/>
              </a:rPr>
              <a:t>5 * 32 * 4 / 8 = 240</a:t>
            </a:r>
            <a:endParaRPr lang="en-US" altLang="zh-CN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8573B28D-4964-C649-BF83-D282B633D946}"/>
              </a:ext>
            </a:extLst>
          </p:cNvPr>
          <p:cNvSpPr/>
          <p:nvPr/>
        </p:nvSpPr>
        <p:spPr>
          <a:xfrm>
            <a:off x="1509823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Core0</a:t>
            </a:r>
            <a:endParaRPr kumimoji="1" lang="zh-CN" altLang="en-US" dirty="0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1EA4EB5F-2D09-914B-B012-9871B3044459}"/>
              </a:ext>
            </a:extLst>
          </p:cNvPr>
          <p:cNvSpPr/>
          <p:nvPr/>
        </p:nvSpPr>
        <p:spPr>
          <a:xfrm>
            <a:off x="3788734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</a:t>
            </a:r>
            <a:endParaRPr kumimoji="1" lang="zh-CN" altLang="en-US" dirty="0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56F71C79-DA5E-AA4D-82BE-9A3EB0E94B5B}"/>
              </a:ext>
            </a:extLst>
          </p:cNvPr>
          <p:cNvSpPr/>
          <p:nvPr/>
        </p:nvSpPr>
        <p:spPr>
          <a:xfrm>
            <a:off x="6067645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Core2</a:t>
            </a:r>
            <a:endParaRPr kumimoji="1" lang="zh-CN" altLang="en-US" dirty="0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0592ADCA-6D58-5E42-8DC0-8BB8F4B9C72B}"/>
              </a:ext>
            </a:extLst>
          </p:cNvPr>
          <p:cNvSpPr/>
          <p:nvPr/>
        </p:nvSpPr>
        <p:spPr>
          <a:xfrm>
            <a:off x="8346556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Core3</a:t>
            </a:r>
            <a:endParaRPr kumimoji="1" lang="zh-CN" altLang="en-US" dirty="0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57B1F8C6-2B52-984C-AF5D-8BD71A8FFE09}"/>
              </a:ext>
            </a:extLst>
          </p:cNvPr>
          <p:cNvSpPr/>
          <p:nvPr/>
        </p:nvSpPr>
        <p:spPr>
          <a:xfrm>
            <a:off x="14038521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Core12</a:t>
            </a:r>
            <a:endParaRPr kumimoji="1" lang="zh-CN" altLang="en-US" dirty="0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3045F2D5-93DC-F549-989E-ECABB39DCF04}"/>
              </a:ext>
            </a:extLst>
          </p:cNvPr>
          <p:cNvSpPr/>
          <p:nvPr/>
        </p:nvSpPr>
        <p:spPr>
          <a:xfrm>
            <a:off x="16317432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Core13</a:t>
            </a:r>
            <a:endParaRPr kumimoji="1" lang="zh-CN" altLang="en-US" dirty="0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C963C899-3049-134E-83D0-EDDDF906A70F}"/>
              </a:ext>
            </a:extLst>
          </p:cNvPr>
          <p:cNvSpPr/>
          <p:nvPr/>
        </p:nvSpPr>
        <p:spPr>
          <a:xfrm>
            <a:off x="18596343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Core14</a:t>
            </a:r>
            <a:endParaRPr kumimoji="1" lang="zh-CN" altLang="en-US" dirty="0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674E9752-8C40-DB4B-92BC-B79EC214C252}"/>
              </a:ext>
            </a:extLst>
          </p:cNvPr>
          <p:cNvSpPr/>
          <p:nvPr/>
        </p:nvSpPr>
        <p:spPr>
          <a:xfrm>
            <a:off x="20875254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</a:t>
            </a:r>
            <a:r>
              <a:rPr kumimoji="1" lang="en-US" altLang="zh-CN" dirty="0"/>
              <a:t>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5616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部分和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19"/>
            <a:ext cx="2960100" cy="4666185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49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147587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Y1p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16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4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latin typeface="Arial"/>
              </a:rPr>
              <a:t>Y1 = 32 * 4 / 1024</a:t>
            </a:r>
            <a:r>
              <a:rPr lang="zh-CN" altLang="en-US" sz="3000" b="0" strike="noStrike" spc="-1" dirty="0">
                <a:latin typeface="Arial"/>
              </a:rPr>
              <a:t> </a:t>
            </a:r>
            <a:r>
              <a:rPr lang="en-US" altLang="zh-CN" sz="3000" b="0" strike="noStrike" spc="-1" dirty="0">
                <a:latin typeface="Arial"/>
              </a:rPr>
              <a:t>=</a:t>
            </a:r>
            <a:r>
              <a:rPr lang="zh-CN" altLang="en-US" sz="3000" b="0" strike="noStrike" spc="-1" dirty="0">
                <a:latin typeface="Arial"/>
              </a:rPr>
              <a:t> </a:t>
            </a:r>
            <a:r>
              <a:rPr lang="en-US" altLang="zh-CN" sz="3000" b="0" strike="noStrike" spc="-1">
                <a:latin typeface="Arial"/>
              </a:rPr>
              <a:t>0.125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6524100" y="8300914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7"/>
            <a:ext cx="2960100" cy="385200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X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1.53125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810059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0x1C400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15502" y="4023638"/>
            <a:ext cx="2960807" cy="668985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23" name="CustomShape 10">
            <a:extLst>
              <a:ext uri="{FF2B5EF4-FFF2-40B4-BE49-F238E27FC236}">
                <a16:creationId xmlns:a16="http://schemas.microsoft.com/office/drawing/2014/main" id="{F86DA5B2-0DD8-864D-AF2B-2FF4FF478C18}"/>
              </a:ext>
            </a:extLst>
          </p:cNvPr>
          <p:cNvSpPr/>
          <p:nvPr/>
        </p:nvSpPr>
        <p:spPr>
          <a:xfrm>
            <a:off x="934322" y="387368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0x0620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25" name="Group 12">
            <a:extLst>
              <a:ext uri="{FF2B5EF4-FFF2-40B4-BE49-F238E27FC236}">
                <a16:creationId xmlns:a16="http://schemas.microsoft.com/office/drawing/2014/main" id="{EA1BD840-0975-414B-BF02-DC8F4F88F9F3}"/>
              </a:ext>
            </a:extLst>
          </p:cNvPr>
          <p:cNvGrpSpPr/>
          <p:nvPr/>
        </p:nvGrpSpPr>
        <p:grpSpPr>
          <a:xfrm>
            <a:off x="1908302" y="4686345"/>
            <a:ext cx="2960100" cy="385200"/>
            <a:chOff x="6494040" y="3629520"/>
            <a:chExt cx="1643040" cy="4589640"/>
          </a:xfrm>
        </p:grpSpPr>
        <p:sp>
          <p:nvSpPr>
            <p:cNvPr id="26" name="CustomShape 13">
              <a:extLst>
                <a:ext uri="{FF2B5EF4-FFF2-40B4-BE49-F238E27FC236}">
                  <a16:creationId xmlns:a16="http://schemas.microsoft.com/office/drawing/2014/main" id="{8D2CAF5F-7464-DA44-911B-5828AFF7F8A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7" name="CustomShape 14">
              <a:extLst>
                <a:ext uri="{FF2B5EF4-FFF2-40B4-BE49-F238E27FC236}">
                  <a16:creationId xmlns:a16="http://schemas.microsoft.com/office/drawing/2014/main" id="{789A4B25-93B4-CB49-91FF-5A933B9D5835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0.03125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28" name="CustomShape 10">
            <a:extLst>
              <a:ext uri="{FF2B5EF4-FFF2-40B4-BE49-F238E27FC236}">
                <a16:creationId xmlns:a16="http://schemas.microsoft.com/office/drawing/2014/main" id="{A793677B-BE32-794A-8066-2CEADB1D502A}"/>
              </a:ext>
            </a:extLst>
          </p:cNvPr>
          <p:cNvSpPr/>
          <p:nvPr/>
        </p:nvSpPr>
        <p:spPr>
          <a:xfrm>
            <a:off x="936630" y="453919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0x0E20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4980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W2 X2 +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B2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19"/>
            <a:ext cx="2960100" cy="6652316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64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332253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自发自收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2048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8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256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个路由包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2048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32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64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2048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2p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4 / 1024 = 0.125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1907595" y="9940291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6"/>
            <a:ext cx="2960100" cy="719581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X2 = 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38362" y="4359247"/>
            <a:ext cx="2960807" cy="47075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Y2p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23" name="CustomShape 10">
            <a:extLst>
              <a:ext uri="{FF2B5EF4-FFF2-40B4-BE49-F238E27FC236}">
                <a16:creationId xmlns:a16="http://schemas.microsoft.com/office/drawing/2014/main" id="{F86DA5B2-0DD8-864D-AF2B-2FF4FF478C18}"/>
              </a:ext>
            </a:extLst>
          </p:cNvPr>
          <p:cNvSpPr/>
          <p:nvPr/>
        </p:nvSpPr>
        <p:spPr>
          <a:xfrm>
            <a:off x="934322" y="419047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4" name="CustomShape 10">
            <a:extLst>
              <a:ext uri="{FF2B5EF4-FFF2-40B4-BE49-F238E27FC236}">
                <a16:creationId xmlns:a16="http://schemas.microsoft.com/office/drawing/2014/main" id="{CF03C945-A4AA-3F4D-BDFA-5D9323740510}"/>
              </a:ext>
            </a:extLst>
          </p:cNvPr>
          <p:cNvSpPr/>
          <p:nvPr/>
        </p:nvSpPr>
        <p:spPr>
          <a:xfrm>
            <a:off x="911462" y="977128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0xFF80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2029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Router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9345597" y="6350895"/>
            <a:ext cx="5691965" cy="1014209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Core1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将数据发给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Core0</a:t>
            </a:r>
            <a:endParaRPr lang="en-US" altLang="zh-CN" sz="3000" spc="-1" dirty="0">
              <a:solidFill>
                <a:srgbClr val="000000"/>
              </a:solidFill>
              <a:latin typeface="Arial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Arial"/>
                <a:ea typeface="等线"/>
              </a:rPr>
              <a:t>32 * 4 / 8 = 16</a:t>
            </a:r>
            <a:endParaRPr lang="en-US" altLang="zh-CN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8573B28D-4964-C649-BF83-D282B633D946}"/>
              </a:ext>
            </a:extLst>
          </p:cNvPr>
          <p:cNvSpPr/>
          <p:nvPr/>
        </p:nvSpPr>
        <p:spPr>
          <a:xfrm>
            <a:off x="1509823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Core0</a:t>
            </a:r>
            <a:endParaRPr kumimoji="1" lang="zh-CN" altLang="en-US" dirty="0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1EA4EB5F-2D09-914B-B012-9871B3044459}"/>
              </a:ext>
            </a:extLst>
          </p:cNvPr>
          <p:cNvSpPr/>
          <p:nvPr/>
        </p:nvSpPr>
        <p:spPr>
          <a:xfrm>
            <a:off x="3788734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2924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部分和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19"/>
            <a:ext cx="2960100" cy="6652316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64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332253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自发自收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2048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8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256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个路由包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2048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32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64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2048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2p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4 / 1024 = 0.125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1907595" y="9940291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6"/>
            <a:ext cx="2960100" cy="719581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X2 = 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38362" y="4359247"/>
            <a:ext cx="2960807" cy="719581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Y2p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23" name="CustomShape 10">
            <a:extLst>
              <a:ext uri="{FF2B5EF4-FFF2-40B4-BE49-F238E27FC236}">
                <a16:creationId xmlns:a16="http://schemas.microsoft.com/office/drawing/2014/main" id="{F86DA5B2-0DD8-864D-AF2B-2FF4FF478C18}"/>
              </a:ext>
            </a:extLst>
          </p:cNvPr>
          <p:cNvSpPr/>
          <p:nvPr/>
        </p:nvSpPr>
        <p:spPr>
          <a:xfrm>
            <a:off x="934322" y="419047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4" name="CustomShape 10">
            <a:extLst>
              <a:ext uri="{FF2B5EF4-FFF2-40B4-BE49-F238E27FC236}">
                <a16:creationId xmlns:a16="http://schemas.microsoft.com/office/drawing/2014/main" id="{CF03C945-A4AA-3F4D-BDFA-5D9323740510}"/>
              </a:ext>
            </a:extLst>
          </p:cNvPr>
          <p:cNvSpPr/>
          <p:nvPr/>
        </p:nvSpPr>
        <p:spPr>
          <a:xfrm>
            <a:off x="911462" y="977128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25" name="Group 12">
            <a:extLst>
              <a:ext uri="{FF2B5EF4-FFF2-40B4-BE49-F238E27FC236}">
                <a16:creationId xmlns:a16="http://schemas.microsoft.com/office/drawing/2014/main" id="{3988E12D-0C72-6943-B7FE-9E5890ABD934}"/>
              </a:ext>
            </a:extLst>
          </p:cNvPr>
          <p:cNvGrpSpPr/>
          <p:nvPr/>
        </p:nvGrpSpPr>
        <p:grpSpPr>
          <a:xfrm>
            <a:off x="1907595" y="5093759"/>
            <a:ext cx="2960100" cy="570342"/>
            <a:chOff x="6494040" y="3629520"/>
            <a:chExt cx="1643040" cy="4589640"/>
          </a:xfrm>
        </p:grpSpPr>
        <p:sp>
          <p:nvSpPr>
            <p:cNvPr id="26" name="CustomShape 13">
              <a:extLst>
                <a:ext uri="{FF2B5EF4-FFF2-40B4-BE49-F238E27FC236}">
                  <a16:creationId xmlns:a16="http://schemas.microsoft.com/office/drawing/2014/main" id="{31EDEAFD-095F-3140-9D21-CDB388ED8F1C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7" name="CustomShape 14">
              <a:extLst>
                <a:ext uri="{FF2B5EF4-FFF2-40B4-BE49-F238E27FC236}">
                  <a16:creationId xmlns:a16="http://schemas.microsoft.com/office/drawing/2014/main" id="{297EA4DC-A139-6345-A541-6C6A763340F7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28" name="CustomShape 10">
            <a:extLst>
              <a:ext uri="{FF2B5EF4-FFF2-40B4-BE49-F238E27FC236}">
                <a16:creationId xmlns:a16="http://schemas.microsoft.com/office/drawing/2014/main" id="{0B3F4BC4-86EF-9D40-A48B-48A1E3C0A031}"/>
              </a:ext>
            </a:extLst>
          </p:cNvPr>
          <p:cNvSpPr/>
          <p:nvPr/>
        </p:nvSpPr>
        <p:spPr>
          <a:xfrm>
            <a:off x="955157" y="489488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0x0900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107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11600" b="0" strike="noStrike" spc="-1" dirty="0" err="1">
                <a:latin typeface="Arial"/>
              </a:rPr>
              <a:t>AlexNet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pc="-1" dirty="0">
                <a:solidFill>
                  <a:srgbClr val="000000"/>
                </a:solidFill>
                <a:latin typeface="Helvetica Neue"/>
                <a:ea typeface="Helvetica Neue"/>
              </a:rPr>
              <a:t>4</a:t>
            </a:r>
            <a:r>
              <a:rPr lang="en-US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 * 128 + 2 * 32 cores</a:t>
            </a:r>
            <a:endParaRPr lang="en-US" sz="55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3811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W1 X1 +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B1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19"/>
            <a:ext cx="2960100" cy="6647107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 = 64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332253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自发自收2048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8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个路由包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2048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32 / 1024 = 64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2048 / 1024 = 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Y1p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4 / 1024 = 0.125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1907595" y="9988435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7"/>
            <a:ext cx="2960100" cy="385200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X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15502" y="4023639"/>
            <a:ext cx="2960807" cy="47075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23" name="CustomShape 10">
            <a:extLst>
              <a:ext uri="{FF2B5EF4-FFF2-40B4-BE49-F238E27FC236}">
                <a16:creationId xmlns:a16="http://schemas.microsoft.com/office/drawing/2014/main" id="{F86DA5B2-0DD8-864D-AF2B-2FF4FF478C18}"/>
              </a:ext>
            </a:extLst>
          </p:cNvPr>
          <p:cNvSpPr/>
          <p:nvPr/>
        </p:nvSpPr>
        <p:spPr>
          <a:xfrm>
            <a:off x="934322" y="387368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4" name="CustomShape 10">
            <a:extLst>
              <a:ext uri="{FF2B5EF4-FFF2-40B4-BE49-F238E27FC236}">
                <a16:creationId xmlns:a16="http://schemas.microsoft.com/office/drawing/2014/main" id="{CF03C945-A4AA-3F4D-BDFA-5D9323740510}"/>
              </a:ext>
            </a:extLst>
          </p:cNvPr>
          <p:cNvSpPr/>
          <p:nvPr/>
        </p:nvSpPr>
        <p:spPr>
          <a:xfrm>
            <a:off x="934322" y="43236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5" name="CustomShape 10">
            <a:extLst>
              <a:ext uri="{FF2B5EF4-FFF2-40B4-BE49-F238E27FC236}">
                <a16:creationId xmlns:a16="http://schemas.microsoft.com/office/drawing/2014/main" id="{CC4A55B2-1E1B-784B-8017-7127AA05CBAE}"/>
              </a:ext>
            </a:extLst>
          </p:cNvPr>
          <p:cNvSpPr/>
          <p:nvPr/>
        </p:nvSpPr>
        <p:spPr>
          <a:xfrm>
            <a:off x="939820" y="976725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0xFF80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7096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Router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9345597" y="6350895"/>
            <a:ext cx="5691965" cy="1014209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Core1到Core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15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将数据发给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Core0</a:t>
            </a:r>
            <a:endParaRPr lang="en-US" altLang="zh-CN" sz="3000" spc="-1" dirty="0">
              <a:solidFill>
                <a:srgbClr val="000000"/>
              </a:solidFill>
              <a:latin typeface="Arial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b="0" strike="noStrike" spc="-1" dirty="0">
                <a:solidFill>
                  <a:srgbClr val="000000"/>
                </a:solidFill>
                <a:latin typeface="Arial"/>
                <a:ea typeface="等线"/>
              </a:rPr>
              <a:t>1</a:t>
            </a:r>
            <a:r>
              <a:rPr lang="en-US" altLang="zh-CN" sz="3000" spc="-1" dirty="0">
                <a:solidFill>
                  <a:srgbClr val="000000"/>
                </a:solidFill>
                <a:latin typeface="Arial"/>
                <a:ea typeface="等线"/>
              </a:rPr>
              <a:t>5 * 32 * 4 / 8 = 240</a:t>
            </a:r>
            <a:endParaRPr lang="en-US" altLang="zh-CN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8573B28D-4964-C649-BF83-D282B633D946}"/>
              </a:ext>
            </a:extLst>
          </p:cNvPr>
          <p:cNvSpPr/>
          <p:nvPr/>
        </p:nvSpPr>
        <p:spPr>
          <a:xfrm>
            <a:off x="1509823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Core0</a:t>
            </a:r>
            <a:endParaRPr kumimoji="1" lang="zh-CN" altLang="en-US" dirty="0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1EA4EB5F-2D09-914B-B012-9871B3044459}"/>
              </a:ext>
            </a:extLst>
          </p:cNvPr>
          <p:cNvSpPr/>
          <p:nvPr/>
        </p:nvSpPr>
        <p:spPr>
          <a:xfrm>
            <a:off x="3788734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</a:t>
            </a:r>
            <a:endParaRPr kumimoji="1" lang="zh-CN" altLang="en-US" dirty="0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56F71C79-DA5E-AA4D-82BE-9A3EB0E94B5B}"/>
              </a:ext>
            </a:extLst>
          </p:cNvPr>
          <p:cNvSpPr/>
          <p:nvPr/>
        </p:nvSpPr>
        <p:spPr>
          <a:xfrm>
            <a:off x="6067645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Core2</a:t>
            </a:r>
            <a:endParaRPr kumimoji="1" lang="zh-CN" altLang="en-US" dirty="0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0592ADCA-6D58-5E42-8DC0-8BB8F4B9C72B}"/>
              </a:ext>
            </a:extLst>
          </p:cNvPr>
          <p:cNvSpPr/>
          <p:nvPr/>
        </p:nvSpPr>
        <p:spPr>
          <a:xfrm>
            <a:off x="8346556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Core3</a:t>
            </a:r>
            <a:endParaRPr kumimoji="1" lang="zh-CN" altLang="en-US" dirty="0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57B1F8C6-2B52-984C-AF5D-8BD71A8FFE09}"/>
              </a:ext>
            </a:extLst>
          </p:cNvPr>
          <p:cNvSpPr/>
          <p:nvPr/>
        </p:nvSpPr>
        <p:spPr>
          <a:xfrm>
            <a:off x="14038521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Core12</a:t>
            </a:r>
            <a:endParaRPr kumimoji="1" lang="zh-CN" altLang="en-US" dirty="0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3045F2D5-93DC-F549-989E-ECABB39DCF04}"/>
              </a:ext>
            </a:extLst>
          </p:cNvPr>
          <p:cNvSpPr/>
          <p:nvPr/>
        </p:nvSpPr>
        <p:spPr>
          <a:xfrm>
            <a:off x="16317432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Core13</a:t>
            </a:r>
            <a:endParaRPr kumimoji="1" lang="zh-CN" altLang="en-US" dirty="0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C963C899-3049-134E-83D0-EDDDF906A70F}"/>
              </a:ext>
            </a:extLst>
          </p:cNvPr>
          <p:cNvSpPr/>
          <p:nvPr/>
        </p:nvSpPr>
        <p:spPr>
          <a:xfrm>
            <a:off x="18596343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Core14</a:t>
            </a:r>
            <a:endParaRPr kumimoji="1" lang="zh-CN" altLang="en-US" dirty="0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674E9752-8C40-DB4B-92BC-B79EC214C252}"/>
              </a:ext>
            </a:extLst>
          </p:cNvPr>
          <p:cNvSpPr/>
          <p:nvPr/>
        </p:nvSpPr>
        <p:spPr>
          <a:xfrm>
            <a:off x="20875254" y="3211033"/>
            <a:ext cx="1616149" cy="161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fr-FR" altLang="zh-CN" dirty="0"/>
              <a:t>Core1</a:t>
            </a:r>
            <a:r>
              <a:rPr kumimoji="1" lang="en-US" altLang="zh-CN" dirty="0"/>
              <a:t>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759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7480" b="1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部分和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19"/>
            <a:ext cx="2960100" cy="6647107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 = 64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332253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自发自收2048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8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个路由包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2048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32 / 1024 = 64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2048 / 1024 = 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Y1p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4 / 1024 = 0.125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1907595" y="9988435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7"/>
            <a:ext cx="2960100" cy="385200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X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r>
                <a:rPr lang="zh-CN" alt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15502" y="4023639"/>
            <a:ext cx="2960807" cy="47075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Y1p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23" name="CustomShape 10">
            <a:extLst>
              <a:ext uri="{FF2B5EF4-FFF2-40B4-BE49-F238E27FC236}">
                <a16:creationId xmlns:a16="http://schemas.microsoft.com/office/drawing/2014/main" id="{F86DA5B2-0DD8-864D-AF2B-2FF4FF478C18}"/>
              </a:ext>
            </a:extLst>
          </p:cNvPr>
          <p:cNvSpPr/>
          <p:nvPr/>
        </p:nvSpPr>
        <p:spPr>
          <a:xfrm>
            <a:off x="934322" y="387368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4" name="CustomShape 10">
            <a:extLst>
              <a:ext uri="{FF2B5EF4-FFF2-40B4-BE49-F238E27FC236}">
                <a16:creationId xmlns:a16="http://schemas.microsoft.com/office/drawing/2014/main" id="{CF03C945-A4AA-3F4D-BDFA-5D9323740510}"/>
              </a:ext>
            </a:extLst>
          </p:cNvPr>
          <p:cNvSpPr/>
          <p:nvPr/>
        </p:nvSpPr>
        <p:spPr>
          <a:xfrm>
            <a:off x="934322" y="43236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>
                <a:solidFill>
                  <a:srgbClr val="000000"/>
                </a:solidFill>
                <a:latin typeface="等线"/>
                <a:ea typeface="等线"/>
              </a:rPr>
              <a:t>0x0A</a:t>
            </a:r>
            <a:r>
              <a:rPr lang="en-US" altLang="zh-CN" b="0" strike="noStrike" spc="-1">
                <a:solidFill>
                  <a:srgbClr val="000000"/>
                </a:solidFill>
                <a:latin typeface="等线"/>
                <a:ea typeface="等线"/>
              </a:rPr>
              <a:t>0</a:t>
            </a:r>
            <a:r>
              <a:rPr lang="en-US" b="0" strike="noStrike" spc="-1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5" name="CustomShape 10">
            <a:extLst>
              <a:ext uri="{FF2B5EF4-FFF2-40B4-BE49-F238E27FC236}">
                <a16:creationId xmlns:a16="http://schemas.microsoft.com/office/drawing/2014/main" id="{CC4A55B2-1E1B-784B-8017-7127AA05CBAE}"/>
              </a:ext>
            </a:extLst>
          </p:cNvPr>
          <p:cNvSpPr/>
          <p:nvPr/>
        </p:nvSpPr>
        <p:spPr>
          <a:xfrm>
            <a:off x="939820" y="976725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0xFF80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456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2285</TotalTime>
  <Words>457</Words>
  <Application>Microsoft Macintosh PowerPoint</Application>
  <PresentationFormat>自定义</PresentationFormat>
  <Paragraphs>142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Arial</vt:lpstr>
      <vt:lpstr>Helvetica Neue</vt:lpstr>
      <vt:lpstr>Symbol</vt:lpstr>
      <vt:lpstr>Wingdings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Microsoft Office User</cp:lastModifiedBy>
  <cp:revision>172</cp:revision>
  <dcterms:created xsi:type="dcterms:W3CDTF">2021-08-29T14:06:47Z</dcterms:created>
  <dcterms:modified xsi:type="dcterms:W3CDTF">2021-11-05T13:21:09Z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2052-11.1.0.10702</vt:lpwstr>
  </property>
</Properties>
</file>