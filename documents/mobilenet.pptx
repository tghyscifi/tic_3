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6"/>
  </p:notesMasterIdLst>
  <p:sldIdLst>
    <p:sldId id="256" r:id="rId3"/>
    <p:sldId id="271" r:id="rId4"/>
    <p:sldId id="258" r:id="rId5"/>
    <p:sldId id="281" r:id="rId6"/>
    <p:sldId id="282" r:id="rId7"/>
    <p:sldId id="283" r:id="rId8"/>
    <p:sldId id="272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</p:sldIdLst>
  <p:sldSz cx="24384000" cy="13716000"/>
  <p:notesSz cx="7559675" cy="106918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 snapToObjects="1">
      <p:cViewPr varScale="1">
        <p:scale>
          <a:sx n="54" d="100"/>
          <a:sy n="54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51E05-A0E4-4682-A242-42C09E06F602}" type="datetimeFigureOut">
              <a:rPr lang="zh-CN" altLang="en-US" smtClean="0"/>
              <a:t>2021/11/11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4C0951-BC9A-46BB-A935-B24ED4C276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594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4C0951-BC9A-46BB-A935-B24ED4C2763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70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4C0951-BC9A-46BB-A935-B24ED4C2763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416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4C0951-BC9A-46BB-A935-B24ED4C2763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378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3200" b="0" strike="noStrike" spc="-1">
                <a:latin typeface="Arial"/>
              </a:rPr>
              <a:t>点击鼠标编辑大纲文字格式</a:t>
            </a:r>
            <a:endParaRPr lang="en-US" sz="32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strike="noStrike" spc="-1">
                <a:latin typeface="Arial"/>
              </a:rPr>
              <a:t>第二个大纲级</a:t>
            </a:r>
            <a:endParaRPr lang="en-US" sz="2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400" b="0" strike="noStrike" spc="-1">
                <a:latin typeface="Arial"/>
              </a:rPr>
              <a:t>第三大纲级别</a:t>
            </a:r>
            <a:endParaRPr lang="en-US" sz="24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strike="noStrike" spc="-1">
                <a:latin typeface="Arial"/>
              </a:rPr>
              <a:t>第四大纲级别</a:t>
            </a:r>
            <a:endParaRPr lang="en-US" sz="20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第五大纲级别</a:t>
            </a:r>
            <a:endParaRPr lang="en-US" sz="20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第六大纲级别</a:t>
            </a:r>
            <a:endParaRPr lang="en-US" sz="20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第七大纲级别</a:t>
            </a:r>
            <a:endParaRPr lang="en-US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点击鼠标编辑大纲文字格式</a:t>
            </a:r>
            <a:endParaRPr lang="en-US" sz="18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latin typeface="Arial"/>
              </a:rPr>
              <a:t>第二个大纲级</a:t>
            </a:r>
            <a:endParaRPr lang="en-US" sz="1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第三大纲级别</a:t>
            </a:r>
            <a:endParaRPr lang="en-US" sz="18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latin typeface="Arial"/>
              </a:rPr>
              <a:t>第四大纲级别</a:t>
            </a:r>
            <a:endParaRPr lang="en-US" sz="18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第五大纲级别</a:t>
            </a:r>
            <a:endParaRPr lang="en-US" sz="18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第六大纲级别</a:t>
            </a:r>
            <a:endParaRPr lang="en-US" sz="18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第七大纲级别</a:t>
            </a:r>
            <a:endParaRPr lang="en-US" sz="18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 err="1">
                <a:latin typeface="Arial"/>
              </a:rPr>
              <a:t>MobileNet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2 chips</a:t>
            </a:r>
            <a:endParaRPr lang="en-US" sz="55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Group1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AC92DC46-D518-3843-8738-86434308E5ED}"/>
              </a:ext>
            </a:extLst>
          </p:cNvPr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64</a:t>
            </a: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55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6123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Conv1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– 32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6554187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3 * 3 * 3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0.84375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X1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15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128 * 3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Buffer = 1 * 63 * 32 * 4 / 1024 = 7.875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 = 7 * 63 * 32 / 1024 = 13.78125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Wd2 = 32 * 3 * 3 / 1024 = 0.28125</a:t>
            </a:r>
          </a:p>
          <a:p>
            <a:pPr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Bd2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 * 1 * 32 * 64 = 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 err="1">
                <a:solidFill>
                  <a:srgbClr val="000000"/>
                </a:solidFill>
                <a:latin typeface="等线"/>
                <a:ea typeface="等线"/>
              </a:rPr>
              <a:t>Wfc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= 1024 * 32 / 1024 = 32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 err="1">
                <a:solidFill>
                  <a:srgbClr val="000000"/>
                </a:solidFill>
                <a:latin typeface="等线"/>
                <a:ea typeface="等线"/>
              </a:rPr>
              <a:t>Bfc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= 32 * 4 / 1024 = 0.125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0.84375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0x10360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40896" y="3630819"/>
            <a:ext cx="2960100" cy="750723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2">
            <a:extLst>
              <a:ext uri="{FF2B5EF4-FFF2-40B4-BE49-F238E27FC236}">
                <a16:creationId xmlns:a16="http://schemas.microsoft.com/office/drawing/2014/main" id="{99906D3D-0BF8-4D1E-AA7D-AB1E7DE2A0AA}"/>
              </a:ext>
            </a:extLst>
          </p:cNvPr>
          <p:cNvGrpSpPr/>
          <p:nvPr/>
        </p:nvGrpSpPr>
        <p:grpSpPr>
          <a:xfrm>
            <a:off x="1938819" y="4380806"/>
            <a:ext cx="2960100" cy="1081208"/>
            <a:chOff x="6494040" y="3629520"/>
            <a:chExt cx="1643040" cy="4589640"/>
          </a:xfrm>
        </p:grpSpPr>
        <p:sp>
          <p:nvSpPr>
            <p:cNvPr id="27" name="CustomShape 13">
              <a:extLst>
                <a:ext uri="{FF2B5EF4-FFF2-40B4-BE49-F238E27FC236}">
                  <a16:creationId xmlns:a16="http://schemas.microsoft.com/office/drawing/2014/main" id="{E8AB39C9-07FA-454C-98D2-5C41754EE28E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chemeClr val="accent2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8" name="CustomShape 14">
              <a:extLst>
                <a:ext uri="{FF2B5EF4-FFF2-40B4-BE49-F238E27FC236}">
                  <a16:creationId xmlns:a16="http://schemas.microsoft.com/office/drawing/2014/main" id="{223BC521-0C3E-4717-ADF2-6A9CF578F53C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Buffer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7.875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FF86CE3A-0BED-440E-AC18-3524C97CA61A}"/>
              </a:ext>
            </a:extLst>
          </p:cNvPr>
          <p:cNvGrpSpPr/>
          <p:nvPr/>
        </p:nvGrpSpPr>
        <p:grpSpPr>
          <a:xfrm>
            <a:off x="6493332" y="9816628"/>
            <a:ext cx="2960807" cy="1360373"/>
            <a:chOff x="3652920" y="3584608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39D8515B-DBB0-44E7-B2B9-35C9D525D5E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chemeClr val="accent2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9F6F3C33-EAB0-46E0-A749-1AFFE338AF7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13.78125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0x103E0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9" name="CustomShape 10">
            <a:extLst>
              <a:ext uri="{FF2B5EF4-FFF2-40B4-BE49-F238E27FC236}">
                <a16:creationId xmlns:a16="http://schemas.microsoft.com/office/drawing/2014/main" id="{FFC72DFD-6C21-444E-923A-F892FFA101D5}"/>
              </a:ext>
            </a:extLst>
          </p:cNvPr>
          <p:cNvSpPr/>
          <p:nvPr/>
        </p:nvSpPr>
        <p:spPr>
          <a:xfrm>
            <a:off x="5504400" y="534529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0x10580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9F804B9E-BD2A-4DA7-A0C6-44EE5483BB4B}"/>
              </a:ext>
            </a:extLst>
          </p:cNvPr>
          <p:cNvSpPr/>
          <p:nvPr/>
        </p:nvSpPr>
        <p:spPr>
          <a:xfrm>
            <a:off x="918662" y="426318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0x1680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9" name="CustomShape 10">
            <a:extLst>
              <a:ext uri="{FF2B5EF4-FFF2-40B4-BE49-F238E27FC236}">
                <a16:creationId xmlns:a16="http://schemas.microsoft.com/office/drawing/2014/main" id="{7648A77B-985F-2D46-A54E-E3F442F88720}"/>
              </a:ext>
            </a:extLst>
          </p:cNvPr>
          <p:cNvSpPr/>
          <p:nvPr/>
        </p:nvSpPr>
        <p:spPr>
          <a:xfrm>
            <a:off x="942609" y="52467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0x3600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E613F3A5-3699-394B-AD12-97E114F028B3}"/>
              </a:ext>
            </a:extLst>
          </p:cNvPr>
          <p:cNvGrpSpPr/>
          <p:nvPr/>
        </p:nvGrpSpPr>
        <p:grpSpPr>
          <a:xfrm>
            <a:off x="6502514" y="4562882"/>
            <a:ext cx="2960100" cy="49242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F2A83CEF-A3F6-C442-8D37-EA8634DBAE7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921C69F1-0F5D-F540-BB32-2E1892ED4A45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Wd2 = 0.28125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3" name="CustomShape 10">
            <a:extLst>
              <a:ext uri="{FF2B5EF4-FFF2-40B4-BE49-F238E27FC236}">
                <a16:creationId xmlns:a16="http://schemas.microsoft.com/office/drawing/2014/main" id="{61E69204-945D-9243-8025-818A84725DFF}"/>
              </a:ext>
            </a:extLst>
          </p:cNvPr>
          <p:cNvSpPr/>
          <p:nvPr/>
        </p:nvSpPr>
        <p:spPr>
          <a:xfrm>
            <a:off x="5512230" y="485546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0x10500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4" name="Group 15">
            <a:extLst>
              <a:ext uri="{FF2B5EF4-FFF2-40B4-BE49-F238E27FC236}">
                <a16:creationId xmlns:a16="http://schemas.microsoft.com/office/drawing/2014/main" id="{2EE8DAE5-7D01-784B-A0B4-B4837461479B}"/>
              </a:ext>
            </a:extLst>
          </p:cNvPr>
          <p:cNvGrpSpPr/>
          <p:nvPr/>
        </p:nvGrpSpPr>
        <p:grpSpPr>
          <a:xfrm>
            <a:off x="6516914" y="5039401"/>
            <a:ext cx="2960807" cy="463644"/>
            <a:chOff x="3652920" y="3577980"/>
            <a:chExt cx="1643040" cy="310828"/>
          </a:xfrm>
        </p:grpSpPr>
        <p:sp>
          <p:nvSpPr>
            <p:cNvPr id="41" name="CustomShape 16">
              <a:extLst>
                <a:ext uri="{FF2B5EF4-FFF2-40B4-BE49-F238E27FC236}">
                  <a16:creationId xmlns:a16="http://schemas.microsoft.com/office/drawing/2014/main" id="{30CF55F6-E90B-244E-8366-B2BFCBA7B8A2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7">
              <a:extLst>
                <a:ext uri="{FF2B5EF4-FFF2-40B4-BE49-F238E27FC236}">
                  <a16:creationId xmlns:a16="http://schemas.microsoft.com/office/drawing/2014/main" id="{9FB9F6ED-A111-DB4D-BF3B-769C8792221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Bd2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3" name="Group 12">
            <a:extLst>
              <a:ext uri="{FF2B5EF4-FFF2-40B4-BE49-F238E27FC236}">
                <a16:creationId xmlns:a16="http://schemas.microsoft.com/office/drawing/2014/main" id="{C9E2CFBB-CDE5-8848-94E3-E2F9DCBE4047}"/>
              </a:ext>
            </a:extLst>
          </p:cNvPr>
          <p:cNvGrpSpPr/>
          <p:nvPr/>
        </p:nvGrpSpPr>
        <p:grpSpPr>
          <a:xfrm>
            <a:off x="6508440" y="5524204"/>
            <a:ext cx="2960100" cy="492428"/>
            <a:chOff x="6494040" y="3629520"/>
            <a:chExt cx="1643040" cy="4589640"/>
          </a:xfrm>
        </p:grpSpPr>
        <p:sp>
          <p:nvSpPr>
            <p:cNvPr id="44" name="CustomShape 13">
              <a:extLst>
                <a:ext uri="{FF2B5EF4-FFF2-40B4-BE49-F238E27FC236}">
                  <a16:creationId xmlns:a16="http://schemas.microsoft.com/office/drawing/2014/main" id="{92F0DA43-2537-E949-9F5D-1E1E17826B5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5" name="CustomShape 14">
              <a:extLst>
                <a:ext uri="{FF2B5EF4-FFF2-40B4-BE49-F238E27FC236}">
                  <a16:creationId xmlns:a16="http://schemas.microsoft.com/office/drawing/2014/main" id="{58466DED-8907-DC40-8312-F5C3B865A1FB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6" name="CustomShape 10">
            <a:extLst>
              <a:ext uri="{FF2B5EF4-FFF2-40B4-BE49-F238E27FC236}">
                <a16:creationId xmlns:a16="http://schemas.microsoft.com/office/drawing/2014/main" id="{E3FBC69D-DC9B-4D4E-B3C3-20E286719346}"/>
              </a:ext>
            </a:extLst>
          </p:cNvPr>
          <p:cNvSpPr/>
          <p:nvPr/>
        </p:nvSpPr>
        <p:spPr>
          <a:xfrm>
            <a:off x="5528886" y="584013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0x10D80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76757E19-A17D-6344-9CD6-F813960BC46F}"/>
              </a:ext>
            </a:extLst>
          </p:cNvPr>
          <p:cNvGrpSpPr/>
          <p:nvPr/>
        </p:nvGrpSpPr>
        <p:grpSpPr>
          <a:xfrm>
            <a:off x="6518613" y="6024075"/>
            <a:ext cx="2960807" cy="463644"/>
            <a:chOff x="3652920" y="3577980"/>
            <a:chExt cx="1643040" cy="310828"/>
          </a:xfrm>
        </p:grpSpPr>
        <p:sp>
          <p:nvSpPr>
            <p:cNvPr id="51" name="CustomShape 16">
              <a:extLst>
                <a:ext uri="{FF2B5EF4-FFF2-40B4-BE49-F238E27FC236}">
                  <a16:creationId xmlns:a16="http://schemas.microsoft.com/office/drawing/2014/main" id="{765404A9-73A0-EA4A-BC22-81C5EA5882D4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2" name="CustomShape 17">
              <a:extLst>
                <a:ext uri="{FF2B5EF4-FFF2-40B4-BE49-F238E27FC236}">
                  <a16:creationId xmlns:a16="http://schemas.microsoft.com/office/drawing/2014/main" id="{3A2D9098-D17F-7C4A-AC8B-C414774FFEA1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3" name="CustomShape 10">
            <a:extLst>
              <a:ext uri="{FF2B5EF4-FFF2-40B4-BE49-F238E27FC236}">
                <a16:creationId xmlns:a16="http://schemas.microsoft.com/office/drawing/2014/main" id="{6DC6561E-E84B-8449-ACA0-B5579F125D01}"/>
              </a:ext>
            </a:extLst>
          </p:cNvPr>
          <p:cNvSpPr/>
          <p:nvPr/>
        </p:nvSpPr>
        <p:spPr>
          <a:xfrm>
            <a:off x="5528886" y="624710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0x10E80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4" name="Group 12">
            <a:extLst>
              <a:ext uri="{FF2B5EF4-FFF2-40B4-BE49-F238E27FC236}">
                <a16:creationId xmlns:a16="http://schemas.microsoft.com/office/drawing/2014/main" id="{6657D421-0D6B-AD40-BE44-7E4F01966B8B}"/>
              </a:ext>
            </a:extLst>
          </p:cNvPr>
          <p:cNvGrpSpPr/>
          <p:nvPr/>
        </p:nvGrpSpPr>
        <p:grpSpPr>
          <a:xfrm>
            <a:off x="6509147" y="6485175"/>
            <a:ext cx="2960100" cy="2928981"/>
            <a:chOff x="6494040" y="3629520"/>
            <a:chExt cx="1643040" cy="4589640"/>
          </a:xfrm>
        </p:grpSpPr>
        <p:sp>
          <p:nvSpPr>
            <p:cNvPr id="55" name="CustomShape 13">
              <a:extLst>
                <a:ext uri="{FF2B5EF4-FFF2-40B4-BE49-F238E27FC236}">
                  <a16:creationId xmlns:a16="http://schemas.microsoft.com/office/drawing/2014/main" id="{84CBEDF0-ED08-594C-8A8F-97E319C72B1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6" name="CustomShape 14">
              <a:extLst>
                <a:ext uri="{FF2B5EF4-FFF2-40B4-BE49-F238E27FC236}">
                  <a16:creationId xmlns:a16="http://schemas.microsoft.com/office/drawing/2014/main" id="{AD48F5E3-B6C4-604E-9E3D-C68D93D25E72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Wfc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32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7" name="CustomShape 10">
            <a:extLst>
              <a:ext uri="{FF2B5EF4-FFF2-40B4-BE49-F238E27FC236}">
                <a16:creationId xmlns:a16="http://schemas.microsoft.com/office/drawing/2014/main" id="{24E90688-CA71-E74A-8A30-9860DE735082}"/>
              </a:ext>
            </a:extLst>
          </p:cNvPr>
          <p:cNvSpPr/>
          <p:nvPr/>
        </p:nvSpPr>
        <p:spPr>
          <a:xfrm>
            <a:off x="5528886" y="916883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0x18E80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5" name="Group 15">
            <a:extLst>
              <a:ext uri="{FF2B5EF4-FFF2-40B4-BE49-F238E27FC236}">
                <a16:creationId xmlns:a16="http://schemas.microsoft.com/office/drawing/2014/main" id="{8276E02A-B0F9-C54C-834B-1914D19E9C21}"/>
              </a:ext>
            </a:extLst>
          </p:cNvPr>
          <p:cNvGrpSpPr/>
          <p:nvPr/>
        </p:nvGrpSpPr>
        <p:grpSpPr>
          <a:xfrm>
            <a:off x="6516914" y="9378218"/>
            <a:ext cx="2960807" cy="463644"/>
            <a:chOff x="3652920" y="3577980"/>
            <a:chExt cx="1643040" cy="310828"/>
          </a:xfrm>
        </p:grpSpPr>
        <p:sp>
          <p:nvSpPr>
            <p:cNvPr id="66" name="CustomShape 16">
              <a:extLst>
                <a:ext uri="{FF2B5EF4-FFF2-40B4-BE49-F238E27FC236}">
                  <a16:creationId xmlns:a16="http://schemas.microsoft.com/office/drawing/2014/main" id="{2D9734D5-6435-174D-86DC-1AC80C0DF930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0" name="CustomShape 17">
              <a:extLst>
                <a:ext uri="{FF2B5EF4-FFF2-40B4-BE49-F238E27FC236}">
                  <a16:creationId xmlns:a16="http://schemas.microsoft.com/office/drawing/2014/main" id="{D41BE1BA-E1DB-EC48-A1D4-F968747761BE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Bfc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74" name="CustomShape 10">
            <a:extLst>
              <a:ext uri="{FF2B5EF4-FFF2-40B4-BE49-F238E27FC236}">
                <a16:creationId xmlns:a16="http://schemas.microsoft.com/office/drawing/2014/main" id="{80AB5FD1-A018-E048-8FAA-2455E5B1EFCB}"/>
              </a:ext>
            </a:extLst>
          </p:cNvPr>
          <p:cNvSpPr/>
          <p:nvPr/>
        </p:nvSpPr>
        <p:spPr>
          <a:xfrm>
            <a:off x="5528886" y="96399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0x18F00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5" name="CustomShape 10">
            <a:extLst>
              <a:ext uri="{FF2B5EF4-FFF2-40B4-BE49-F238E27FC236}">
                <a16:creationId xmlns:a16="http://schemas.microsoft.com/office/drawing/2014/main" id="{26A8EA55-AE2E-0C46-9767-8B41B9D6FFEF}"/>
              </a:ext>
            </a:extLst>
          </p:cNvPr>
          <p:cNvSpPr/>
          <p:nvPr/>
        </p:nvSpPr>
        <p:spPr>
          <a:xfrm>
            <a:off x="922106" y="667406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6D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DwConv2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– 64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9785841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3 * 3 * 3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0.84375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Wd2 = 32 * 3 * 3 / 1024 = 0.28125</a:t>
            </a:r>
          </a:p>
          <a:p>
            <a:pPr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Bd2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Y1 = 7 * 63 * 32 / 1024 = 13.78125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发送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7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28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Yd2p = 7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28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32 * 4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24.5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计算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9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次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求部分和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最终得到的结果经过</a:t>
            </a:r>
            <a:r>
              <a:rPr lang="en-US" altLang="zh-CN" sz="3000" spc="-1" dirty="0" err="1">
                <a:solidFill>
                  <a:srgbClr val="000000"/>
                </a:solidFill>
                <a:latin typeface="等线"/>
                <a:ea typeface="等线"/>
              </a:rPr>
              <a:t>ReLU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Yd2 = 7 * 28 * 32 / 1024 = 6.125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 * 1 * 32 * 64 = 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 err="1">
                <a:solidFill>
                  <a:srgbClr val="000000"/>
                </a:solidFill>
                <a:latin typeface="等线"/>
                <a:ea typeface="等线"/>
              </a:rPr>
              <a:t>Wfc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= 1024 * 32 / 1024 = 32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 err="1">
                <a:solidFill>
                  <a:srgbClr val="000000"/>
                </a:solidFill>
                <a:latin typeface="等线"/>
                <a:ea typeface="等线"/>
              </a:rPr>
              <a:t>Bfc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= 32 * 4 / 1024 = 0.125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0.84375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0x10360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1940896" y="3630819"/>
            <a:ext cx="2960100" cy="750723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2">
            <a:extLst>
              <a:ext uri="{FF2B5EF4-FFF2-40B4-BE49-F238E27FC236}">
                <a16:creationId xmlns:a16="http://schemas.microsoft.com/office/drawing/2014/main" id="{99906D3D-0BF8-4D1E-AA7D-AB1E7DE2A0AA}"/>
              </a:ext>
            </a:extLst>
          </p:cNvPr>
          <p:cNvGrpSpPr/>
          <p:nvPr/>
        </p:nvGrpSpPr>
        <p:grpSpPr>
          <a:xfrm>
            <a:off x="1938819" y="4380805"/>
            <a:ext cx="2960100" cy="1563545"/>
            <a:chOff x="6494040" y="3629520"/>
            <a:chExt cx="1643040" cy="4589640"/>
          </a:xfrm>
        </p:grpSpPr>
        <p:sp>
          <p:nvSpPr>
            <p:cNvPr id="27" name="CustomShape 13">
              <a:extLst>
                <a:ext uri="{FF2B5EF4-FFF2-40B4-BE49-F238E27FC236}">
                  <a16:creationId xmlns:a16="http://schemas.microsoft.com/office/drawing/2014/main" id="{E8AB39C9-07FA-454C-98D2-5C41754EE28E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chemeClr val="accent2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8" name="CustomShape 14">
              <a:extLst>
                <a:ext uri="{FF2B5EF4-FFF2-40B4-BE49-F238E27FC236}">
                  <a16:creationId xmlns:a16="http://schemas.microsoft.com/office/drawing/2014/main" id="{223BC521-0C3E-4717-ADF2-6A9CF578F53C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Buffer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15.75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FF86CE3A-0BED-440E-AC18-3524C97CA61A}"/>
              </a:ext>
            </a:extLst>
          </p:cNvPr>
          <p:cNvGrpSpPr/>
          <p:nvPr/>
        </p:nvGrpSpPr>
        <p:grpSpPr>
          <a:xfrm>
            <a:off x="1916776" y="5928756"/>
            <a:ext cx="2960807" cy="1360373"/>
            <a:chOff x="3652920" y="3584608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39D8515B-DBB0-44E7-B2B9-35C9D525D5E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9F6F3C33-EAB0-46E0-A749-1AFFE338AF7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13.78125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0x103E0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9" name="CustomShape 10">
            <a:extLst>
              <a:ext uri="{FF2B5EF4-FFF2-40B4-BE49-F238E27FC236}">
                <a16:creationId xmlns:a16="http://schemas.microsoft.com/office/drawing/2014/main" id="{FFC72DFD-6C21-444E-923A-F892FFA101D5}"/>
              </a:ext>
            </a:extLst>
          </p:cNvPr>
          <p:cNvSpPr/>
          <p:nvPr/>
        </p:nvSpPr>
        <p:spPr>
          <a:xfrm>
            <a:off x="5504400" y="534529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0x10580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0" name="CustomShape 10">
            <a:extLst>
              <a:ext uri="{FF2B5EF4-FFF2-40B4-BE49-F238E27FC236}">
                <a16:creationId xmlns:a16="http://schemas.microsoft.com/office/drawing/2014/main" id="{9F804B9E-BD2A-4DA7-A0C6-44EE5483BB4B}"/>
              </a:ext>
            </a:extLst>
          </p:cNvPr>
          <p:cNvSpPr/>
          <p:nvPr/>
        </p:nvSpPr>
        <p:spPr>
          <a:xfrm>
            <a:off x="918662" y="426318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9" name="CustomShape 10">
            <a:extLst>
              <a:ext uri="{FF2B5EF4-FFF2-40B4-BE49-F238E27FC236}">
                <a16:creationId xmlns:a16="http://schemas.microsoft.com/office/drawing/2014/main" id="{7648A77B-985F-2D46-A54E-E3F442F88720}"/>
              </a:ext>
            </a:extLst>
          </p:cNvPr>
          <p:cNvSpPr/>
          <p:nvPr/>
        </p:nvSpPr>
        <p:spPr>
          <a:xfrm>
            <a:off x="920566" y="573287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0x5700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E613F3A5-3699-394B-AD12-97E114F028B3}"/>
              </a:ext>
            </a:extLst>
          </p:cNvPr>
          <p:cNvGrpSpPr/>
          <p:nvPr/>
        </p:nvGrpSpPr>
        <p:grpSpPr>
          <a:xfrm>
            <a:off x="6502514" y="4562882"/>
            <a:ext cx="2960100" cy="49242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F2A83CEF-A3F6-C442-8D37-EA8634DBAE7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921C69F1-0F5D-F540-BB32-2E1892ED4A45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Wd2 = 0.28125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3" name="CustomShape 10">
            <a:extLst>
              <a:ext uri="{FF2B5EF4-FFF2-40B4-BE49-F238E27FC236}">
                <a16:creationId xmlns:a16="http://schemas.microsoft.com/office/drawing/2014/main" id="{61E69204-945D-9243-8025-818A84725DFF}"/>
              </a:ext>
            </a:extLst>
          </p:cNvPr>
          <p:cNvSpPr/>
          <p:nvPr/>
        </p:nvSpPr>
        <p:spPr>
          <a:xfrm>
            <a:off x="5512230" y="485546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0x10500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4" name="Group 15">
            <a:extLst>
              <a:ext uri="{FF2B5EF4-FFF2-40B4-BE49-F238E27FC236}">
                <a16:creationId xmlns:a16="http://schemas.microsoft.com/office/drawing/2014/main" id="{2EE8DAE5-7D01-784B-A0B4-B4837461479B}"/>
              </a:ext>
            </a:extLst>
          </p:cNvPr>
          <p:cNvGrpSpPr/>
          <p:nvPr/>
        </p:nvGrpSpPr>
        <p:grpSpPr>
          <a:xfrm>
            <a:off x="6516914" y="5039401"/>
            <a:ext cx="2960807" cy="463644"/>
            <a:chOff x="3652920" y="3577980"/>
            <a:chExt cx="1643040" cy="310828"/>
          </a:xfrm>
        </p:grpSpPr>
        <p:sp>
          <p:nvSpPr>
            <p:cNvPr id="41" name="CustomShape 16">
              <a:extLst>
                <a:ext uri="{FF2B5EF4-FFF2-40B4-BE49-F238E27FC236}">
                  <a16:creationId xmlns:a16="http://schemas.microsoft.com/office/drawing/2014/main" id="{30CF55F6-E90B-244E-8366-B2BFCBA7B8A2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7">
              <a:extLst>
                <a:ext uri="{FF2B5EF4-FFF2-40B4-BE49-F238E27FC236}">
                  <a16:creationId xmlns:a16="http://schemas.microsoft.com/office/drawing/2014/main" id="{9FB9F6ED-A111-DB4D-BF3B-769C8792221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Bd2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3" name="Group 12">
            <a:extLst>
              <a:ext uri="{FF2B5EF4-FFF2-40B4-BE49-F238E27FC236}">
                <a16:creationId xmlns:a16="http://schemas.microsoft.com/office/drawing/2014/main" id="{C9E2CFBB-CDE5-8848-94E3-E2F9DCBE4047}"/>
              </a:ext>
            </a:extLst>
          </p:cNvPr>
          <p:cNvGrpSpPr/>
          <p:nvPr/>
        </p:nvGrpSpPr>
        <p:grpSpPr>
          <a:xfrm>
            <a:off x="6508440" y="5524204"/>
            <a:ext cx="2960100" cy="492428"/>
            <a:chOff x="6494040" y="3629520"/>
            <a:chExt cx="1643040" cy="4589640"/>
          </a:xfrm>
        </p:grpSpPr>
        <p:sp>
          <p:nvSpPr>
            <p:cNvPr id="44" name="CustomShape 13">
              <a:extLst>
                <a:ext uri="{FF2B5EF4-FFF2-40B4-BE49-F238E27FC236}">
                  <a16:creationId xmlns:a16="http://schemas.microsoft.com/office/drawing/2014/main" id="{92F0DA43-2537-E949-9F5D-1E1E17826B5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5" name="CustomShape 14">
              <a:extLst>
                <a:ext uri="{FF2B5EF4-FFF2-40B4-BE49-F238E27FC236}">
                  <a16:creationId xmlns:a16="http://schemas.microsoft.com/office/drawing/2014/main" id="{58466DED-8907-DC40-8312-F5C3B865A1FB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6" name="CustomShape 10">
            <a:extLst>
              <a:ext uri="{FF2B5EF4-FFF2-40B4-BE49-F238E27FC236}">
                <a16:creationId xmlns:a16="http://schemas.microsoft.com/office/drawing/2014/main" id="{E3FBC69D-DC9B-4D4E-B3C3-20E286719346}"/>
              </a:ext>
            </a:extLst>
          </p:cNvPr>
          <p:cNvSpPr/>
          <p:nvPr/>
        </p:nvSpPr>
        <p:spPr>
          <a:xfrm>
            <a:off x="5528886" y="584013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0x10D80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76757E19-A17D-6344-9CD6-F813960BC46F}"/>
              </a:ext>
            </a:extLst>
          </p:cNvPr>
          <p:cNvGrpSpPr/>
          <p:nvPr/>
        </p:nvGrpSpPr>
        <p:grpSpPr>
          <a:xfrm>
            <a:off x="6518613" y="6024075"/>
            <a:ext cx="2960807" cy="463644"/>
            <a:chOff x="3652920" y="3577980"/>
            <a:chExt cx="1643040" cy="310828"/>
          </a:xfrm>
        </p:grpSpPr>
        <p:sp>
          <p:nvSpPr>
            <p:cNvPr id="51" name="CustomShape 16">
              <a:extLst>
                <a:ext uri="{FF2B5EF4-FFF2-40B4-BE49-F238E27FC236}">
                  <a16:creationId xmlns:a16="http://schemas.microsoft.com/office/drawing/2014/main" id="{765404A9-73A0-EA4A-BC22-81C5EA5882D4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2" name="CustomShape 17">
              <a:extLst>
                <a:ext uri="{FF2B5EF4-FFF2-40B4-BE49-F238E27FC236}">
                  <a16:creationId xmlns:a16="http://schemas.microsoft.com/office/drawing/2014/main" id="{3A2D9098-D17F-7C4A-AC8B-C414774FFEA1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3" name="CustomShape 10">
            <a:extLst>
              <a:ext uri="{FF2B5EF4-FFF2-40B4-BE49-F238E27FC236}">
                <a16:creationId xmlns:a16="http://schemas.microsoft.com/office/drawing/2014/main" id="{6DC6561E-E84B-8449-ACA0-B5579F125D01}"/>
              </a:ext>
            </a:extLst>
          </p:cNvPr>
          <p:cNvSpPr/>
          <p:nvPr/>
        </p:nvSpPr>
        <p:spPr>
          <a:xfrm>
            <a:off x="5528886" y="624710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0x10E80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4" name="Group 12">
            <a:extLst>
              <a:ext uri="{FF2B5EF4-FFF2-40B4-BE49-F238E27FC236}">
                <a16:creationId xmlns:a16="http://schemas.microsoft.com/office/drawing/2014/main" id="{6657D421-0D6B-AD40-BE44-7E4F01966B8B}"/>
              </a:ext>
            </a:extLst>
          </p:cNvPr>
          <p:cNvGrpSpPr/>
          <p:nvPr/>
        </p:nvGrpSpPr>
        <p:grpSpPr>
          <a:xfrm>
            <a:off x="6509147" y="6485175"/>
            <a:ext cx="2960100" cy="2928981"/>
            <a:chOff x="6494040" y="3629520"/>
            <a:chExt cx="1643040" cy="4589640"/>
          </a:xfrm>
        </p:grpSpPr>
        <p:sp>
          <p:nvSpPr>
            <p:cNvPr id="55" name="CustomShape 13">
              <a:extLst>
                <a:ext uri="{FF2B5EF4-FFF2-40B4-BE49-F238E27FC236}">
                  <a16:creationId xmlns:a16="http://schemas.microsoft.com/office/drawing/2014/main" id="{84CBEDF0-ED08-594C-8A8F-97E319C72B1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6" name="CustomShape 14">
              <a:extLst>
                <a:ext uri="{FF2B5EF4-FFF2-40B4-BE49-F238E27FC236}">
                  <a16:creationId xmlns:a16="http://schemas.microsoft.com/office/drawing/2014/main" id="{AD48F5E3-B6C4-604E-9E3D-C68D93D25E72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Wfc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32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7" name="CustomShape 10">
            <a:extLst>
              <a:ext uri="{FF2B5EF4-FFF2-40B4-BE49-F238E27FC236}">
                <a16:creationId xmlns:a16="http://schemas.microsoft.com/office/drawing/2014/main" id="{24E90688-CA71-E74A-8A30-9860DE735082}"/>
              </a:ext>
            </a:extLst>
          </p:cNvPr>
          <p:cNvSpPr/>
          <p:nvPr/>
        </p:nvSpPr>
        <p:spPr>
          <a:xfrm>
            <a:off x="5528886" y="916883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0x18E80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5" name="Group 15">
            <a:extLst>
              <a:ext uri="{FF2B5EF4-FFF2-40B4-BE49-F238E27FC236}">
                <a16:creationId xmlns:a16="http://schemas.microsoft.com/office/drawing/2014/main" id="{8276E02A-B0F9-C54C-834B-1914D19E9C21}"/>
              </a:ext>
            </a:extLst>
          </p:cNvPr>
          <p:cNvGrpSpPr/>
          <p:nvPr/>
        </p:nvGrpSpPr>
        <p:grpSpPr>
          <a:xfrm>
            <a:off x="6516914" y="9378218"/>
            <a:ext cx="2960807" cy="463644"/>
            <a:chOff x="3652920" y="3577980"/>
            <a:chExt cx="1643040" cy="310828"/>
          </a:xfrm>
        </p:grpSpPr>
        <p:sp>
          <p:nvSpPr>
            <p:cNvPr id="66" name="CustomShape 16">
              <a:extLst>
                <a:ext uri="{FF2B5EF4-FFF2-40B4-BE49-F238E27FC236}">
                  <a16:creationId xmlns:a16="http://schemas.microsoft.com/office/drawing/2014/main" id="{2D9734D5-6435-174D-86DC-1AC80C0DF930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0" name="CustomShape 17">
              <a:extLst>
                <a:ext uri="{FF2B5EF4-FFF2-40B4-BE49-F238E27FC236}">
                  <a16:creationId xmlns:a16="http://schemas.microsoft.com/office/drawing/2014/main" id="{D41BE1BA-E1DB-EC48-A1D4-F968747761BE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Bfc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74" name="CustomShape 10">
            <a:extLst>
              <a:ext uri="{FF2B5EF4-FFF2-40B4-BE49-F238E27FC236}">
                <a16:creationId xmlns:a16="http://schemas.microsoft.com/office/drawing/2014/main" id="{80AB5FD1-A018-E048-8FAA-2455E5B1EFCB}"/>
              </a:ext>
            </a:extLst>
          </p:cNvPr>
          <p:cNvSpPr/>
          <p:nvPr/>
        </p:nvSpPr>
        <p:spPr>
          <a:xfrm>
            <a:off x="5528886" y="96399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0x18F00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BDF12793-D9DD-FE4A-9C5F-70B03EBF85A7}"/>
              </a:ext>
            </a:extLst>
          </p:cNvPr>
          <p:cNvSpPr/>
          <p:nvPr/>
        </p:nvSpPr>
        <p:spPr>
          <a:xfrm>
            <a:off x="925909" y="720256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8E2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9" name="Group 12">
            <a:extLst>
              <a:ext uri="{FF2B5EF4-FFF2-40B4-BE49-F238E27FC236}">
                <a16:creationId xmlns:a16="http://schemas.microsoft.com/office/drawing/2014/main" id="{EEDD8EED-E92F-2C40-8DAC-4DA9ECDD4791}"/>
              </a:ext>
            </a:extLst>
          </p:cNvPr>
          <p:cNvGrpSpPr/>
          <p:nvPr/>
        </p:nvGrpSpPr>
        <p:grpSpPr>
          <a:xfrm>
            <a:off x="1899121" y="7291275"/>
            <a:ext cx="2960100" cy="2716526"/>
            <a:chOff x="6494040" y="3629520"/>
            <a:chExt cx="1643040" cy="4589640"/>
          </a:xfrm>
        </p:grpSpPr>
        <p:sp>
          <p:nvSpPr>
            <p:cNvPr id="64" name="CustomShape 13">
              <a:extLst>
                <a:ext uri="{FF2B5EF4-FFF2-40B4-BE49-F238E27FC236}">
                  <a16:creationId xmlns:a16="http://schemas.microsoft.com/office/drawing/2014/main" id="{A787D2F2-8FF9-8845-9225-59ECB9261DC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1" name="CustomShape 14">
              <a:extLst>
                <a:ext uri="{FF2B5EF4-FFF2-40B4-BE49-F238E27FC236}">
                  <a16:creationId xmlns:a16="http://schemas.microsoft.com/office/drawing/2014/main" id="{62E0B775-7C48-FD40-958C-787A3C03F27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Yd2p = 24.5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72" name="CustomShape 10">
            <a:extLst>
              <a:ext uri="{FF2B5EF4-FFF2-40B4-BE49-F238E27FC236}">
                <a16:creationId xmlns:a16="http://schemas.microsoft.com/office/drawing/2014/main" id="{2C0C802B-DD3C-FA4F-A017-7B84B721B0EC}"/>
              </a:ext>
            </a:extLst>
          </p:cNvPr>
          <p:cNvSpPr/>
          <p:nvPr/>
        </p:nvSpPr>
        <p:spPr>
          <a:xfrm>
            <a:off x="929030" y="984249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F0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759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Conv2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– 32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703546" y="2364247"/>
            <a:ext cx="12159720" cy="11170835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3 * 3 * 3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0.84375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Wd2 = 32 * 3 * 3 / 1024 = 0.28125</a:t>
            </a:r>
          </a:p>
          <a:p>
            <a:pPr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Bd2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Y1 = 7 * 63 * 32 / 1024 = 13.78125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发送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7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28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Yd2p = 7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28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32 * 4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24.5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计算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9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次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求部分和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最终得到的结果经过</a:t>
            </a:r>
            <a:r>
              <a:rPr lang="en-US" altLang="zh-CN" sz="3000" spc="-1" dirty="0" err="1">
                <a:solidFill>
                  <a:srgbClr val="000000"/>
                </a:solidFill>
                <a:latin typeface="等线"/>
                <a:ea typeface="等线"/>
              </a:rPr>
              <a:t>ReLU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Yd2 = 7 * 28 * 32 / 1024 = 6.125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发回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7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28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 * 1 * 32 * 64 = 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56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7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7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56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64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24.5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 err="1">
                <a:solidFill>
                  <a:srgbClr val="000000"/>
                </a:solidFill>
                <a:latin typeface="等线"/>
                <a:ea typeface="等线"/>
              </a:rPr>
              <a:t>Wfc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= 1024 * 32 / 1024 = 32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 err="1">
                <a:solidFill>
                  <a:srgbClr val="000000"/>
                </a:solidFill>
                <a:latin typeface="等线"/>
                <a:ea typeface="等线"/>
              </a:rPr>
              <a:t>Bfc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= 32 * 4 / 1024 = 0.125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0.84375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0x10360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FF86CE3A-0BED-440E-AC18-3524C97CA61A}"/>
              </a:ext>
            </a:extLst>
          </p:cNvPr>
          <p:cNvGrpSpPr/>
          <p:nvPr/>
        </p:nvGrpSpPr>
        <p:grpSpPr>
          <a:xfrm>
            <a:off x="1914795" y="3607685"/>
            <a:ext cx="2960807" cy="1987268"/>
            <a:chOff x="3652920" y="3584608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39D8515B-DBB0-44E7-B2B9-35C9D525D5E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9F6F3C33-EAB0-46E0-A749-1AFFE338AF7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Yd2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12.25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0x103E0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9" name="CustomShape 10">
            <a:extLst>
              <a:ext uri="{FF2B5EF4-FFF2-40B4-BE49-F238E27FC236}">
                <a16:creationId xmlns:a16="http://schemas.microsoft.com/office/drawing/2014/main" id="{FFC72DFD-6C21-444E-923A-F892FFA101D5}"/>
              </a:ext>
            </a:extLst>
          </p:cNvPr>
          <p:cNvSpPr/>
          <p:nvPr/>
        </p:nvSpPr>
        <p:spPr>
          <a:xfrm>
            <a:off x="5504400" y="534529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0x10580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E613F3A5-3699-394B-AD12-97E114F028B3}"/>
              </a:ext>
            </a:extLst>
          </p:cNvPr>
          <p:cNvGrpSpPr/>
          <p:nvPr/>
        </p:nvGrpSpPr>
        <p:grpSpPr>
          <a:xfrm>
            <a:off x="6502514" y="4562882"/>
            <a:ext cx="2960100" cy="49242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F2A83CEF-A3F6-C442-8D37-EA8634DBAE7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921C69F1-0F5D-F540-BB32-2E1892ED4A45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Wd2 = 0.28125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3" name="CustomShape 10">
            <a:extLst>
              <a:ext uri="{FF2B5EF4-FFF2-40B4-BE49-F238E27FC236}">
                <a16:creationId xmlns:a16="http://schemas.microsoft.com/office/drawing/2014/main" id="{61E69204-945D-9243-8025-818A84725DFF}"/>
              </a:ext>
            </a:extLst>
          </p:cNvPr>
          <p:cNvSpPr/>
          <p:nvPr/>
        </p:nvSpPr>
        <p:spPr>
          <a:xfrm>
            <a:off x="5512230" y="485546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0x10500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4" name="Group 15">
            <a:extLst>
              <a:ext uri="{FF2B5EF4-FFF2-40B4-BE49-F238E27FC236}">
                <a16:creationId xmlns:a16="http://schemas.microsoft.com/office/drawing/2014/main" id="{2EE8DAE5-7D01-784B-A0B4-B4837461479B}"/>
              </a:ext>
            </a:extLst>
          </p:cNvPr>
          <p:cNvGrpSpPr/>
          <p:nvPr/>
        </p:nvGrpSpPr>
        <p:grpSpPr>
          <a:xfrm>
            <a:off x="6516914" y="5039401"/>
            <a:ext cx="2960807" cy="463644"/>
            <a:chOff x="3652920" y="3577980"/>
            <a:chExt cx="1643040" cy="310828"/>
          </a:xfrm>
        </p:grpSpPr>
        <p:sp>
          <p:nvSpPr>
            <p:cNvPr id="41" name="CustomShape 16">
              <a:extLst>
                <a:ext uri="{FF2B5EF4-FFF2-40B4-BE49-F238E27FC236}">
                  <a16:creationId xmlns:a16="http://schemas.microsoft.com/office/drawing/2014/main" id="{30CF55F6-E90B-244E-8366-B2BFCBA7B8A2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7">
              <a:extLst>
                <a:ext uri="{FF2B5EF4-FFF2-40B4-BE49-F238E27FC236}">
                  <a16:creationId xmlns:a16="http://schemas.microsoft.com/office/drawing/2014/main" id="{9FB9F6ED-A111-DB4D-BF3B-769C8792221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Bd2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3" name="Group 12">
            <a:extLst>
              <a:ext uri="{FF2B5EF4-FFF2-40B4-BE49-F238E27FC236}">
                <a16:creationId xmlns:a16="http://schemas.microsoft.com/office/drawing/2014/main" id="{C9E2CFBB-CDE5-8848-94E3-E2F9DCBE4047}"/>
              </a:ext>
            </a:extLst>
          </p:cNvPr>
          <p:cNvGrpSpPr/>
          <p:nvPr/>
        </p:nvGrpSpPr>
        <p:grpSpPr>
          <a:xfrm>
            <a:off x="6508440" y="5524204"/>
            <a:ext cx="2960100" cy="492428"/>
            <a:chOff x="6494040" y="3629520"/>
            <a:chExt cx="1643040" cy="4589640"/>
          </a:xfrm>
        </p:grpSpPr>
        <p:sp>
          <p:nvSpPr>
            <p:cNvPr id="44" name="CustomShape 13">
              <a:extLst>
                <a:ext uri="{FF2B5EF4-FFF2-40B4-BE49-F238E27FC236}">
                  <a16:creationId xmlns:a16="http://schemas.microsoft.com/office/drawing/2014/main" id="{92F0DA43-2537-E949-9F5D-1E1E17826B5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5" name="CustomShape 14">
              <a:extLst>
                <a:ext uri="{FF2B5EF4-FFF2-40B4-BE49-F238E27FC236}">
                  <a16:creationId xmlns:a16="http://schemas.microsoft.com/office/drawing/2014/main" id="{58466DED-8907-DC40-8312-F5C3B865A1FB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6" name="CustomShape 10">
            <a:extLst>
              <a:ext uri="{FF2B5EF4-FFF2-40B4-BE49-F238E27FC236}">
                <a16:creationId xmlns:a16="http://schemas.microsoft.com/office/drawing/2014/main" id="{E3FBC69D-DC9B-4D4E-B3C3-20E286719346}"/>
              </a:ext>
            </a:extLst>
          </p:cNvPr>
          <p:cNvSpPr/>
          <p:nvPr/>
        </p:nvSpPr>
        <p:spPr>
          <a:xfrm>
            <a:off x="5528886" y="584013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0x10D80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76757E19-A17D-6344-9CD6-F813960BC46F}"/>
              </a:ext>
            </a:extLst>
          </p:cNvPr>
          <p:cNvGrpSpPr/>
          <p:nvPr/>
        </p:nvGrpSpPr>
        <p:grpSpPr>
          <a:xfrm>
            <a:off x="6518613" y="6024075"/>
            <a:ext cx="2960807" cy="463644"/>
            <a:chOff x="3652920" y="3577980"/>
            <a:chExt cx="1643040" cy="310828"/>
          </a:xfrm>
        </p:grpSpPr>
        <p:sp>
          <p:nvSpPr>
            <p:cNvPr id="51" name="CustomShape 16">
              <a:extLst>
                <a:ext uri="{FF2B5EF4-FFF2-40B4-BE49-F238E27FC236}">
                  <a16:creationId xmlns:a16="http://schemas.microsoft.com/office/drawing/2014/main" id="{765404A9-73A0-EA4A-BC22-81C5EA5882D4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2" name="CustomShape 17">
              <a:extLst>
                <a:ext uri="{FF2B5EF4-FFF2-40B4-BE49-F238E27FC236}">
                  <a16:creationId xmlns:a16="http://schemas.microsoft.com/office/drawing/2014/main" id="{3A2D9098-D17F-7C4A-AC8B-C414774FFEA1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3" name="CustomShape 10">
            <a:extLst>
              <a:ext uri="{FF2B5EF4-FFF2-40B4-BE49-F238E27FC236}">
                <a16:creationId xmlns:a16="http://schemas.microsoft.com/office/drawing/2014/main" id="{6DC6561E-E84B-8449-ACA0-B5579F125D01}"/>
              </a:ext>
            </a:extLst>
          </p:cNvPr>
          <p:cNvSpPr/>
          <p:nvPr/>
        </p:nvSpPr>
        <p:spPr>
          <a:xfrm>
            <a:off x="5528886" y="624710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0x10E80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4" name="Group 12">
            <a:extLst>
              <a:ext uri="{FF2B5EF4-FFF2-40B4-BE49-F238E27FC236}">
                <a16:creationId xmlns:a16="http://schemas.microsoft.com/office/drawing/2014/main" id="{6657D421-0D6B-AD40-BE44-7E4F01966B8B}"/>
              </a:ext>
            </a:extLst>
          </p:cNvPr>
          <p:cNvGrpSpPr/>
          <p:nvPr/>
        </p:nvGrpSpPr>
        <p:grpSpPr>
          <a:xfrm>
            <a:off x="6509147" y="6485175"/>
            <a:ext cx="2960100" cy="2928981"/>
            <a:chOff x="6494040" y="3629520"/>
            <a:chExt cx="1643040" cy="4589640"/>
          </a:xfrm>
        </p:grpSpPr>
        <p:sp>
          <p:nvSpPr>
            <p:cNvPr id="55" name="CustomShape 13">
              <a:extLst>
                <a:ext uri="{FF2B5EF4-FFF2-40B4-BE49-F238E27FC236}">
                  <a16:creationId xmlns:a16="http://schemas.microsoft.com/office/drawing/2014/main" id="{84CBEDF0-ED08-594C-8A8F-97E319C72B1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6" name="CustomShape 14">
              <a:extLst>
                <a:ext uri="{FF2B5EF4-FFF2-40B4-BE49-F238E27FC236}">
                  <a16:creationId xmlns:a16="http://schemas.microsoft.com/office/drawing/2014/main" id="{AD48F5E3-B6C4-604E-9E3D-C68D93D25E72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Wfc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32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7" name="CustomShape 10">
            <a:extLst>
              <a:ext uri="{FF2B5EF4-FFF2-40B4-BE49-F238E27FC236}">
                <a16:creationId xmlns:a16="http://schemas.microsoft.com/office/drawing/2014/main" id="{24E90688-CA71-E74A-8A30-9860DE735082}"/>
              </a:ext>
            </a:extLst>
          </p:cNvPr>
          <p:cNvSpPr/>
          <p:nvPr/>
        </p:nvSpPr>
        <p:spPr>
          <a:xfrm>
            <a:off x="5528886" y="916883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0x18E80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5" name="Group 15">
            <a:extLst>
              <a:ext uri="{FF2B5EF4-FFF2-40B4-BE49-F238E27FC236}">
                <a16:creationId xmlns:a16="http://schemas.microsoft.com/office/drawing/2014/main" id="{8276E02A-B0F9-C54C-834B-1914D19E9C21}"/>
              </a:ext>
            </a:extLst>
          </p:cNvPr>
          <p:cNvGrpSpPr/>
          <p:nvPr/>
        </p:nvGrpSpPr>
        <p:grpSpPr>
          <a:xfrm>
            <a:off x="6516914" y="9378218"/>
            <a:ext cx="2960807" cy="463644"/>
            <a:chOff x="3652920" y="3577980"/>
            <a:chExt cx="1643040" cy="310828"/>
          </a:xfrm>
        </p:grpSpPr>
        <p:sp>
          <p:nvSpPr>
            <p:cNvPr id="66" name="CustomShape 16">
              <a:extLst>
                <a:ext uri="{FF2B5EF4-FFF2-40B4-BE49-F238E27FC236}">
                  <a16:creationId xmlns:a16="http://schemas.microsoft.com/office/drawing/2014/main" id="{2D9734D5-6435-174D-86DC-1AC80C0DF930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0" name="CustomShape 17">
              <a:extLst>
                <a:ext uri="{FF2B5EF4-FFF2-40B4-BE49-F238E27FC236}">
                  <a16:creationId xmlns:a16="http://schemas.microsoft.com/office/drawing/2014/main" id="{D41BE1BA-E1DB-EC48-A1D4-F968747761BE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Bfc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74" name="CustomShape 10">
            <a:extLst>
              <a:ext uri="{FF2B5EF4-FFF2-40B4-BE49-F238E27FC236}">
                <a16:creationId xmlns:a16="http://schemas.microsoft.com/office/drawing/2014/main" id="{80AB5FD1-A018-E048-8FAA-2455E5B1EFCB}"/>
              </a:ext>
            </a:extLst>
          </p:cNvPr>
          <p:cNvSpPr/>
          <p:nvPr/>
        </p:nvSpPr>
        <p:spPr>
          <a:xfrm>
            <a:off x="5528886" y="96399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0x18F00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3" name="CustomShape 10">
            <a:extLst>
              <a:ext uri="{FF2B5EF4-FFF2-40B4-BE49-F238E27FC236}">
                <a16:creationId xmlns:a16="http://schemas.microsoft.com/office/drawing/2014/main" id="{621BA067-8D58-A44E-AAE5-A5B4E8458A2B}"/>
              </a:ext>
            </a:extLst>
          </p:cNvPr>
          <p:cNvSpPr/>
          <p:nvPr/>
        </p:nvSpPr>
        <p:spPr>
          <a:xfrm>
            <a:off x="901190" y="552619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altLang="zh-CN" spc="-1" dirty="0">
                <a:solidFill>
                  <a:srgbClr val="000000"/>
                </a:solidFill>
                <a:latin typeface="等线"/>
                <a:ea typeface="等线"/>
              </a:rPr>
              <a:t>31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8" name="Group 12">
            <a:extLst>
              <a:ext uri="{FF2B5EF4-FFF2-40B4-BE49-F238E27FC236}">
                <a16:creationId xmlns:a16="http://schemas.microsoft.com/office/drawing/2014/main" id="{AFA0F0B6-81A3-3046-B809-A34C90E7B9B9}"/>
              </a:ext>
            </a:extLst>
          </p:cNvPr>
          <p:cNvGrpSpPr/>
          <p:nvPr/>
        </p:nvGrpSpPr>
        <p:grpSpPr>
          <a:xfrm>
            <a:off x="1920337" y="5615764"/>
            <a:ext cx="2960100" cy="2928981"/>
            <a:chOff x="6494040" y="3629520"/>
            <a:chExt cx="1643040" cy="4589640"/>
          </a:xfrm>
        </p:grpSpPr>
        <p:sp>
          <p:nvSpPr>
            <p:cNvPr id="79" name="CustomShape 13">
              <a:extLst>
                <a:ext uri="{FF2B5EF4-FFF2-40B4-BE49-F238E27FC236}">
                  <a16:creationId xmlns:a16="http://schemas.microsoft.com/office/drawing/2014/main" id="{5161FB95-49F2-D54E-9D22-725EC4593130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0" name="CustomShape 14">
              <a:extLst>
                <a:ext uri="{FF2B5EF4-FFF2-40B4-BE49-F238E27FC236}">
                  <a16:creationId xmlns:a16="http://schemas.microsoft.com/office/drawing/2014/main" id="{A57480AD-5725-974D-9CB2-91CD46D01A6A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zh-CN" alt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=</a:t>
              </a:r>
              <a:r>
                <a:rPr lang="zh-CN" alt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24.5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1" name="Group 12">
            <a:extLst>
              <a:ext uri="{FF2B5EF4-FFF2-40B4-BE49-F238E27FC236}">
                <a16:creationId xmlns:a16="http://schemas.microsoft.com/office/drawing/2014/main" id="{FF6C1537-6C77-6841-A0FC-A93A25CBCE43}"/>
              </a:ext>
            </a:extLst>
          </p:cNvPr>
          <p:cNvGrpSpPr/>
          <p:nvPr/>
        </p:nvGrpSpPr>
        <p:grpSpPr>
          <a:xfrm>
            <a:off x="1938819" y="12312502"/>
            <a:ext cx="2960100" cy="318649"/>
            <a:chOff x="6494040" y="3629520"/>
            <a:chExt cx="1643040" cy="4589640"/>
          </a:xfrm>
        </p:grpSpPr>
        <p:sp>
          <p:nvSpPr>
            <p:cNvPr id="82" name="CustomShape 13">
              <a:extLst>
                <a:ext uri="{FF2B5EF4-FFF2-40B4-BE49-F238E27FC236}">
                  <a16:creationId xmlns:a16="http://schemas.microsoft.com/office/drawing/2014/main" id="{75C28A12-80DC-1440-BD38-8008328A538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3" name="CustomShape 14">
              <a:extLst>
                <a:ext uri="{FF2B5EF4-FFF2-40B4-BE49-F238E27FC236}">
                  <a16:creationId xmlns:a16="http://schemas.microsoft.com/office/drawing/2014/main" id="{7B1338AA-A951-4A45-8AAC-4B41FE5CC08F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Xfc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7837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MLP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– 32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703546" y="2364247"/>
            <a:ext cx="12159720" cy="11170835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3 * 3 * 3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0.84375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Wd2 = 32 * 3 * 3 / 1024 = 0.28125</a:t>
            </a:r>
          </a:p>
          <a:p>
            <a:pPr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Bd2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 * 4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Y1 = 7 * 63 * 32 / 1024 = 13.78125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发送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7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28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Yd2p = 7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28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32 * 4 / 1024 =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24.5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计算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9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次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求部分和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最终得到的结果经过</a:t>
            </a:r>
            <a:r>
              <a:rPr lang="en-US" altLang="zh-CN" sz="3000" spc="-1" dirty="0" err="1">
                <a:solidFill>
                  <a:srgbClr val="000000"/>
                </a:solidFill>
                <a:latin typeface="等线"/>
                <a:ea typeface="等线"/>
              </a:rPr>
              <a:t>ReLU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Yd2 = 7 * 28 * 32 / 1024 = 6.125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发回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7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28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 * 1 * 32 * 64 = 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56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32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7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7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56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64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/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1024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=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24.5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 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 err="1">
                <a:solidFill>
                  <a:srgbClr val="000000"/>
                </a:solidFill>
                <a:latin typeface="等线"/>
                <a:ea typeface="等线"/>
              </a:rPr>
              <a:t>Wfc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= 1024 * 32 / 1024 = 32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 err="1">
                <a:solidFill>
                  <a:srgbClr val="000000"/>
                </a:solidFill>
                <a:latin typeface="等线"/>
                <a:ea typeface="等线"/>
              </a:rPr>
              <a:t>Bfc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= 32 * 4 / 1024 = 0.125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0.84375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0x10360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FF86CE3A-0BED-440E-AC18-3524C97CA61A}"/>
              </a:ext>
            </a:extLst>
          </p:cNvPr>
          <p:cNvGrpSpPr/>
          <p:nvPr/>
        </p:nvGrpSpPr>
        <p:grpSpPr>
          <a:xfrm>
            <a:off x="1914795" y="3607685"/>
            <a:ext cx="2960807" cy="1987268"/>
            <a:chOff x="3652920" y="3584608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39D8515B-DBB0-44E7-B2B9-35C9D525D5E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9F6F3C33-EAB0-46E0-A749-1AFFE338AF7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Yd2 = 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12.25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0x103E0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9" name="CustomShape 10">
            <a:extLst>
              <a:ext uri="{FF2B5EF4-FFF2-40B4-BE49-F238E27FC236}">
                <a16:creationId xmlns:a16="http://schemas.microsoft.com/office/drawing/2014/main" id="{FFC72DFD-6C21-444E-923A-F892FFA101D5}"/>
              </a:ext>
            </a:extLst>
          </p:cNvPr>
          <p:cNvSpPr/>
          <p:nvPr/>
        </p:nvSpPr>
        <p:spPr>
          <a:xfrm>
            <a:off x="5504400" y="534529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0x10580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E613F3A5-3699-394B-AD12-97E114F028B3}"/>
              </a:ext>
            </a:extLst>
          </p:cNvPr>
          <p:cNvGrpSpPr/>
          <p:nvPr/>
        </p:nvGrpSpPr>
        <p:grpSpPr>
          <a:xfrm>
            <a:off x="6502514" y="4562882"/>
            <a:ext cx="2960100" cy="49242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F2A83CEF-A3F6-C442-8D37-EA8634DBAE7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921C69F1-0F5D-F540-BB32-2E1892ED4A45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Wd2 = 0.28125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3" name="CustomShape 10">
            <a:extLst>
              <a:ext uri="{FF2B5EF4-FFF2-40B4-BE49-F238E27FC236}">
                <a16:creationId xmlns:a16="http://schemas.microsoft.com/office/drawing/2014/main" id="{61E69204-945D-9243-8025-818A84725DFF}"/>
              </a:ext>
            </a:extLst>
          </p:cNvPr>
          <p:cNvSpPr/>
          <p:nvPr/>
        </p:nvSpPr>
        <p:spPr>
          <a:xfrm>
            <a:off x="5512230" y="485546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0x10500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4" name="Group 15">
            <a:extLst>
              <a:ext uri="{FF2B5EF4-FFF2-40B4-BE49-F238E27FC236}">
                <a16:creationId xmlns:a16="http://schemas.microsoft.com/office/drawing/2014/main" id="{2EE8DAE5-7D01-784B-A0B4-B4837461479B}"/>
              </a:ext>
            </a:extLst>
          </p:cNvPr>
          <p:cNvGrpSpPr/>
          <p:nvPr/>
        </p:nvGrpSpPr>
        <p:grpSpPr>
          <a:xfrm>
            <a:off x="6516914" y="5039401"/>
            <a:ext cx="2960807" cy="463644"/>
            <a:chOff x="3652920" y="3577980"/>
            <a:chExt cx="1643040" cy="310828"/>
          </a:xfrm>
        </p:grpSpPr>
        <p:sp>
          <p:nvSpPr>
            <p:cNvPr id="41" name="CustomShape 16">
              <a:extLst>
                <a:ext uri="{FF2B5EF4-FFF2-40B4-BE49-F238E27FC236}">
                  <a16:creationId xmlns:a16="http://schemas.microsoft.com/office/drawing/2014/main" id="{30CF55F6-E90B-244E-8366-B2BFCBA7B8A2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7">
              <a:extLst>
                <a:ext uri="{FF2B5EF4-FFF2-40B4-BE49-F238E27FC236}">
                  <a16:creationId xmlns:a16="http://schemas.microsoft.com/office/drawing/2014/main" id="{9FB9F6ED-A111-DB4D-BF3B-769C8792221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Bd2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3" name="Group 12">
            <a:extLst>
              <a:ext uri="{FF2B5EF4-FFF2-40B4-BE49-F238E27FC236}">
                <a16:creationId xmlns:a16="http://schemas.microsoft.com/office/drawing/2014/main" id="{C9E2CFBB-CDE5-8848-94E3-E2F9DCBE4047}"/>
              </a:ext>
            </a:extLst>
          </p:cNvPr>
          <p:cNvGrpSpPr/>
          <p:nvPr/>
        </p:nvGrpSpPr>
        <p:grpSpPr>
          <a:xfrm>
            <a:off x="6508440" y="5524204"/>
            <a:ext cx="2960100" cy="492428"/>
            <a:chOff x="6494040" y="3629520"/>
            <a:chExt cx="1643040" cy="4589640"/>
          </a:xfrm>
        </p:grpSpPr>
        <p:sp>
          <p:nvSpPr>
            <p:cNvPr id="44" name="CustomShape 13">
              <a:extLst>
                <a:ext uri="{FF2B5EF4-FFF2-40B4-BE49-F238E27FC236}">
                  <a16:creationId xmlns:a16="http://schemas.microsoft.com/office/drawing/2014/main" id="{92F0DA43-2537-E949-9F5D-1E1E17826B5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5" name="CustomShape 14">
              <a:extLst>
                <a:ext uri="{FF2B5EF4-FFF2-40B4-BE49-F238E27FC236}">
                  <a16:creationId xmlns:a16="http://schemas.microsoft.com/office/drawing/2014/main" id="{58466DED-8907-DC40-8312-F5C3B865A1FB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6" name="CustomShape 10">
            <a:extLst>
              <a:ext uri="{FF2B5EF4-FFF2-40B4-BE49-F238E27FC236}">
                <a16:creationId xmlns:a16="http://schemas.microsoft.com/office/drawing/2014/main" id="{E3FBC69D-DC9B-4D4E-B3C3-20E286719346}"/>
              </a:ext>
            </a:extLst>
          </p:cNvPr>
          <p:cNvSpPr/>
          <p:nvPr/>
        </p:nvSpPr>
        <p:spPr>
          <a:xfrm>
            <a:off x="5528886" y="584013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0x10D80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76757E19-A17D-6344-9CD6-F813960BC46F}"/>
              </a:ext>
            </a:extLst>
          </p:cNvPr>
          <p:cNvGrpSpPr/>
          <p:nvPr/>
        </p:nvGrpSpPr>
        <p:grpSpPr>
          <a:xfrm>
            <a:off x="6518613" y="6024075"/>
            <a:ext cx="2960807" cy="463644"/>
            <a:chOff x="3652920" y="3577980"/>
            <a:chExt cx="1643040" cy="310828"/>
          </a:xfrm>
        </p:grpSpPr>
        <p:sp>
          <p:nvSpPr>
            <p:cNvPr id="51" name="CustomShape 16">
              <a:extLst>
                <a:ext uri="{FF2B5EF4-FFF2-40B4-BE49-F238E27FC236}">
                  <a16:creationId xmlns:a16="http://schemas.microsoft.com/office/drawing/2014/main" id="{765404A9-73A0-EA4A-BC22-81C5EA5882D4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2" name="CustomShape 17">
              <a:extLst>
                <a:ext uri="{FF2B5EF4-FFF2-40B4-BE49-F238E27FC236}">
                  <a16:creationId xmlns:a16="http://schemas.microsoft.com/office/drawing/2014/main" id="{3A2D9098-D17F-7C4A-AC8B-C414774FFEA1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3" name="CustomShape 10">
            <a:extLst>
              <a:ext uri="{FF2B5EF4-FFF2-40B4-BE49-F238E27FC236}">
                <a16:creationId xmlns:a16="http://schemas.microsoft.com/office/drawing/2014/main" id="{6DC6561E-E84B-8449-ACA0-B5579F125D01}"/>
              </a:ext>
            </a:extLst>
          </p:cNvPr>
          <p:cNvSpPr/>
          <p:nvPr/>
        </p:nvSpPr>
        <p:spPr>
          <a:xfrm>
            <a:off x="5528886" y="624710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0x10E80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4" name="Group 12">
            <a:extLst>
              <a:ext uri="{FF2B5EF4-FFF2-40B4-BE49-F238E27FC236}">
                <a16:creationId xmlns:a16="http://schemas.microsoft.com/office/drawing/2014/main" id="{6657D421-0D6B-AD40-BE44-7E4F01966B8B}"/>
              </a:ext>
            </a:extLst>
          </p:cNvPr>
          <p:cNvGrpSpPr/>
          <p:nvPr/>
        </p:nvGrpSpPr>
        <p:grpSpPr>
          <a:xfrm>
            <a:off x="6509147" y="6485175"/>
            <a:ext cx="2960100" cy="2928981"/>
            <a:chOff x="6494040" y="3629520"/>
            <a:chExt cx="1643040" cy="4589640"/>
          </a:xfrm>
        </p:grpSpPr>
        <p:sp>
          <p:nvSpPr>
            <p:cNvPr id="55" name="CustomShape 13">
              <a:extLst>
                <a:ext uri="{FF2B5EF4-FFF2-40B4-BE49-F238E27FC236}">
                  <a16:creationId xmlns:a16="http://schemas.microsoft.com/office/drawing/2014/main" id="{84CBEDF0-ED08-594C-8A8F-97E319C72B1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6" name="CustomShape 14">
              <a:extLst>
                <a:ext uri="{FF2B5EF4-FFF2-40B4-BE49-F238E27FC236}">
                  <a16:creationId xmlns:a16="http://schemas.microsoft.com/office/drawing/2014/main" id="{AD48F5E3-B6C4-604E-9E3D-C68D93D25E72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Wfc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32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7" name="CustomShape 10">
            <a:extLst>
              <a:ext uri="{FF2B5EF4-FFF2-40B4-BE49-F238E27FC236}">
                <a16:creationId xmlns:a16="http://schemas.microsoft.com/office/drawing/2014/main" id="{24E90688-CA71-E74A-8A30-9860DE735082}"/>
              </a:ext>
            </a:extLst>
          </p:cNvPr>
          <p:cNvSpPr/>
          <p:nvPr/>
        </p:nvSpPr>
        <p:spPr>
          <a:xfrm>
            <a:off x="5528886" y="916883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0x18E80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5" name="Group 15">
            <a:extLst>
              <a:ext uri="{FF2B5EF4-FFF2-40B4-BE49-F238E27FC236}">
                <a16:creationId xmlns:a16="http://schemas.microsoft.com/office/drawing/2014/main" id="{8276E02A-B0F9-C54C-834B-1914D19E9C21}"/>
              </a:ext>
            </a:extLst>
          </p:cNvPr>
          <p:cNvGrpSpPr/>
          <p:nvPr/>
        </p:nvGrpSpPr>
        <p:grpSpPr>
          <a:xfrm>
            <a:off x="6516914" y="9378218"/>
            <a:ext cx="2960807" cy="463644"/>
            <a:chOff x="3652920" y="3577980"/>
            <a:chExt cx="1643040" cy="310828"/>
          </a:xfrm>
        </p:grpSpPr>
        <p:sp>
          <p:nvSpPr>
            <p:cNvPr id="66" name="CustomShape 16">
              <a:extLst>
                <a:ext uri="{FF2B5EF4-FFF2-40B4-BE49-F238E27FC236}">
                  <a16:creationId xmlns:a16="http://schemas.microsoft.com/office/drawing/2014/main" id="{2D9734D5-6435-174D-86DC-1AC80C0DF930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0" name="CustomShape 17">
              <a:extLst>
                <a:ext uri="{FF2B5EF4-FFF2-40B4-BE49-F238E27FC236}">
                  <a16:creationId xmlns:a16="http://schemas.microsoft.com/office/drawing/2014/main" id="{D41BE1BA-E1DB-EC48-A1D4-F968747761BE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Bfc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74" name="CustomShape 10">
            <a:extLst>
              <a:ext uri="{FF2B5EF4-FFF2-40B4-BE49-F238E27FC236}">
                <a16:creationId xmlns:a16="http://schemas.microsoft.com/office/drawing/2014/main" id="{80AB5FD1-A018-E048-8FAA-2455E5B1EFCB}"/>
              </a:ext>
            </a:extLst>
          </p:cNvPr>
          <p:cNvSpPr/>
          <p:nvPr/>
        </p:nvSpPr>
        <p:spPr>
          <a:xfrm>
            <a:off x="5528886" y="96399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0x18F00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3" name="CustomShape 10">
            <a:extLst>
              <a:ext uri="{FF2B5EF4-FFF2-40B4-BE49-F238E27FC236}">
                <a16:creationId xmlns:a16="http://schemas.microsoft.com/office/drawing/2014/main" id="{621BA067-8D58-A44E-AAE5-A5B4E8458A2B}"/>
              </a:ext>
            </a:extLst>
          </p:cNvPr>
          <p:cNvSpPr/>
          <p:nvPr/>
        </p:nvSpPr>
        <p:spPr>
          <a:xfrm>
            <a:off x="901190" y="552619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altLang="zh-CN" spc="-1" dirty="0">
                <a:solidFill>
                  <a:srgbClr val="000000"/>
                </a:solidFill>
                <a:latin typeface="等线"/>
                <a:ea typeface="等线"/>
              </a:rPr>
              <a:t>31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8" name="Group 12">
            <a:extLst>
              <a:ext uri="{FF2B5EF4-FFF2-40B4-BE49-F238E27FC236}">
                <a16:creationId xmlns:a16="http://schemas.microsoft.com/office/drawing/2014/main" id="{AFA0F0B6-81A3-3046-B809-A34C90E7B9B9}"/>
              </a:ext>
            </a:extLst>
          </p:cNvPr>
          <p:cNvGrpSpPr/>
          <p:nvPr/>
        </p:nvGrpSpPr>
        <p:grpSpPr>
          <a:xfrm>
            <a:off x="1920337" y="5615764"/>
            <a:ext cx="2960100" cy="2928981"/>
            <a:chOff x="6494040" y="3629520"/>
            <a:chExt cx="1643040" cy="4589640"/>
          </a:xfrm>
        </p:grpSpPr>
        <p:sp>
          <p:nvSpPr>
            <p:cNvPr id="79" name="CustomShape 13">
              <a:extLst>
                <a:ext uri="{FF2B5EF4-FFF2-40B4-BE49-F238E27FC236}">
                  <a16:creationId xmlns:a16="http://schemas.microsoft.com/office/drawing/2014/main" id="{5161FB95-49F2-D54E-9D22-725EC4593130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0" name="CustomShape 14">
              <a:extLst>
                <a:ext uri="{FF2B5EF4-FFF2-40B4-BE49-F238E27FC236}">
                  <a16:creationId xmlns:a16="http://schemas.microsoft.com/office/drawing/2014/main" id="{A57480AD-5725-974D-9CB2-91CD46D01A6A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r>
                <a:rPr lang="zh-CN" alt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=</a:t>
              </a:r>
              <a:r>
                <a:rPr lang="zh-CN" alt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24.5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1" name="Group 12">
            <a:extLst>
              <a:ext uri="{FF2B5EF4-FFF2-40B4-BE49-F238E27FC236}">
                <a16:creationId xmlns:a16="http://schemas.microsoft.com/office/drawing/2014/main" id="{FF6C1537-6C77-6841-A0FC-A93A25CBCE43}"/>
              </a:ext>
            </a:extLst>
          </p:cNvPr>
          <p:cNvGrpSpPr/>
          <p:nvPr/>
        </p:nvGrpSpPr>
        <p:grpSpPr>
          <a:xfrm>
            <a:off x="1938819" y="12312502"/>
            <a:ext cx="2960100" cy="318649"/>
            <a:chOff x="6494040" y="3629520"/>
            <a:chExt cx="1643040" cy="4589640"/>
          </a:xfrm>
        </p:grpSpPr>
        <p:sp>
          <p:nvSpPr>
            <p:cNvPr id="82" name="CustomShape 13">
              <a:extLst>
                <a:ext uri="{FF2B5EF4-FFF2-40B4-BE49-F238E27FC236}">
                  <a16:creationId xmlns:a16="http://schemas.microsoft.com/office/drawing/2014/main" id="{75C28A12-80DC-1440-BD38-8008328A538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3" name="CustomShape 14">
              <a:extLst>
                <a:ext uri="{FF2B5EF4-FFF2-40B4-BE49-F238E27FC236}">
                  <a16:creationId xmlns:a16="http://schemas.microsoft.com/office/drawing/2014/main" id="{7B1338AA-A951-4A45-8AAC-4B41FE5CC08F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Xfc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8" name="CustomShape 10">
            <a:extLst>
              <a:ext uri="{FF2B5EF4-FFF2-40B4-BE49-F238E27FC236}">
                <a16:creationId xmlns:a16="http://schemas.microsoft.com/office/drawing/2014/main" id="{B3B52138-FE38-C44A-9964-F36341078889}"/>
              </a:ext>
            </a:extLst>
          </p:cNvPr>
          <p:cNvSpPr/>
          <p:nvPr/>
        </p:nvSpPr>
        <p:spPr>
          <a:xfrm>
            <a:off x="970895" y="1212856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0xFC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5777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Group2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9D86423D-886C-4D4A-9BC7-81E8E484B007}"/>
              </a:ext>
            </a:extLst>
          </p:cNvPr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5500" b="1" spc="-1" dirty="0">
                <a:solidFill>
                  <a:srgbClr val="000000"/>
                </a:solidFill>
                <a:latin typeface="Helvetica Neue"/>
                <a:ea typeface="Helvetica Neue"/>
              </a:rPr>
              <a:t>1</a:t>
            </a:r>
            <a:r>
              <a:rPr lang="en-US" altLang="zh-CN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4</a:t>
            </a: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55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7047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DwConv3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–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14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7939181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64 * 3 * 3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/ 1024 = 0.5625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64 * 4 / 1024 = 0.25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 * 1 * 128 * 64 / 1024 = 8</a:t>
            </a:r>
          </a:p>
          <a:p>
            <a:pPr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128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 * 4 / 1024 = 0.5</a:t>
            </a:r>
          </a:p>
          <a:p>
            <a:pPr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X1 = 8 * 56 * 64 / 1024 = 28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Y1p = 4 * 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28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64 * 4 / 1024 = 28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计算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9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次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求部分和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最终得到的结果经过</a:t>
            </a:r>
            <a:r>
              <a:rPr lang="en-US" altLang="zh-CN" sz="3000" spc="-1" dirty="0" err="1">
                <a:solidFill>
                  <a:srgbClr val="000000"/>
                </a:solidFill>
                <a:latin typeface="等线"/>
                <a:ea typeface="等线"/>
              </a:rPr>
              <a:t>ReLU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 = 4 * 28 * 64 / 1024 = 7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 = 1 * 28 * 64 * 4 = 7</a:t>
            </a:r>
          </a:p>
          <a:p>
            <a:pPr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Y2 = 4 * 28 * 64 / 1024 = 7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0.5625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0x10240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6738DE1F-56FF-4A21-9F47-8531A58E9039}"/>
              </a:ext>
            </a:extLst>
          </p:cNvPr>
          <p:cNvGrpSpPr/>
          <p:nvPr/>
        </p:nvGrpSpPr>
        <p:grpSpPr>
          <a:xfrm>
            <a:off x="6494040" y="6445534"/>
            <a:ext cx="2960100" cy="3571742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37E347AD-511E-4805-88E7-3153A3C9DDE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1A8FF608-EBED-446A-9B8A-973F9477880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pc="-1" dirty="0">
                  <a:solidFill>
                    <a:srgbClr val="000000"/>
                  </a:solidFill>
                  <a:latin typeface="等线"/>
                  <a:ea typeface="等线"/>
                </a:rPr>
                <a:t>X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28</a:t>
              </a: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FF86CE3A-0BED-440E-AC18-3524C97CA61A}"/>
              </a:ext>
            </a:extLst>
          </p:cNvPr>
          <p:cNvGrpSpPr/>
          <p:nvPr/>
        </p:nvGrpSpPr>
        <p:grpSpPr>
          <a:xfrm>
            <a:off x="1916038" y="3642008"/>
            <a:ext cx="2960807" cy="3571742"/>
            <a:chOff x="3652920" y="3584608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39D8515B-DBB0-44E7-B2B9-35C9D525D5E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9F6F3C33-EAB0-46E0-A749-1AFFE338AF7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p1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28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0x10340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E613F3A5-3699-394B-AD12-97E114F028B3}"/>
              </a:ext>
            </a:extLst>
          </p:cNvPr>
          <p:cNvGrpSpPr/>
          <p:nvPr/>
        </p:nvGrpSpPr>
        <p:grpSpPr>
          <a:xfrm>
            <a:off x="6502514" y="4562881"/>
            <a:ext cx="2960100" cy="1434239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F2A83CEF-A3F6-C442-8D37-EA8634DBAE7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921C69F1-0F5D-F540-BB32-2E1892ED4A45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8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4" name="Group 15">
            <a:extLst>
              <a:ext uri="{FF2B5EF4-FFF2-40B4-BE49-F238E27FC236}">
                <a16:creationId xmlns:a16="http://schemas.microsoft.com/office/drawing/2014/main" id="{2EE8DAE5-7D01-784B-A0B4-B4837461479B}"/>
              </a:ext>
            </a:extLst>
          </p:cNvPr>
          <p:cNvGrpSpPr/>
          <p:nvPr/>
        </p:nvGrpSpPr>
        <p:grpSpPr>
          <a:xfrm>
            <a:off x="6516914" y="5976192"/>
            <a:ext cx="2960807" cy="463644"/>
            <a:chOff x="3652920" y="3577980"/>
            <a:chExt cx="1643040" cy="310828"/>
          </a:xfrm>
        </p:grpSpPr>
        <p:sp>
          <p:nvSpPr>
            <p:cNvPr id="41" name="CustomShape 16">
              <a:extLst>
                <a:ext uri="{FF2B5EF4-FFF2-40B4-BE49-F238E27FC236}">
                  <a16:creationId xmlns:a16="http://schemas.microsoft.com/office/drawing/2014/main" id="{30CF55F6-E90B-244E-8366-B2BFCBA7B8A2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7">
              <a:extLst>
                <a:ext uri="{FF2B5EF4-FFF2-40B4-BE49-F238E27FC236}">
                  <a16:creationId xmlns:a16="http://schemas.microsoft.com/office/drawing/2014/main" id="{9FB9F6ED-A111-DB4D-BF3B-769C8792221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6" name="CustomShape 10">
            <a:extLst>
              <a:ext uri="{FF2B5EF4-FFF2-40B4-BE49-F238E27FC236}">
                <a16:creationId xmlns:a16="http://schemas.microsoft.com/office/drawing/2014/main" id="{E3FBC69D-DC9B-4D4E-B3C3-20E286719346}"/>
              </a:ext>
            </a:extLst>
          </p:cNvPr>
          <p:cNvSpPr/>
          <p:nvPr/>
        </p:nvSpPr>
        <p:spPr>
          <a:xfrm>
            <a:off x="5528886" y="584013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0x12340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3" name="CustomShape 10">
            <a:extLst>
              <a:ext uri="{FF2B5EF4-FFF2-40B4-BE49-F238E27FC236}">
                <a16:creationId xmlns:a16="http://schemas.microsoft.com/office/drawing/2014/main" id="{6DC6561E-E84B-8449-ACA0-B5579F125D01}"/>
              </a:ext>
            </a:extLst>
          </p:cNvPr>
          <p:cNvSpPr/>
          <p:nvPr/>
        </p:nvSpPr>
        <p:spPr>
          <a:xfrm>
            <a:off x="5528886" y="624710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0x12540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BDF12793-D9DD-FE4A-9C5F-70B03EBF85A7}"/>
              </a:ext>
            </a:extLst>
          </p:cNvPr>
          <p:cNvSpPr/>
          <p:nvPr/>
        </p:nvSpPr>
        <p:spPr>
          <a:xfrm>
            <a:off x="908898" y="70186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7000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2" name="CustomShape 10">
            <a:extLst>
              <a:ext uri="{FF2B5EF4-FFF2-40B4-BE49-F238E27FC236}">
                <a16:creationId xmlns:a16="http://schemas.microsoft.com/office/drawing/2014/main" id="{2C0C802B-DD3C-FA4F-A017-7B84B721B0EC}"/>
              </a:ext>
            </a:extLst>
          </p:cNvPr>
          <p:cNvSpPr/>
          <p:nvPr/>
        </p:nvSpPr>
        <p:spPr>
          <a:xfrm>
            <a:off x="929030" y="1058976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0xE000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3" name="Group 12">
            <a:extLst>
              <a:ext uri="{FF2B5EF4-FFF2-40B4-BE49-F238E27FC236}">
                <a16:creationId xmlns:a16="http://schemas.microsoft.com/office/drawing/2014/main" id="{7CF6DC31-308C-4EC7-9F6A-1DF48D22EFE5}"/>
              </a:ext>
            </a:extLst>
          </p:cNvPr>
          <p:cNvGrpSpPr/>
          <p:nvPr/>
        </p:nvGrpSpPr>
        <p:grpSpPr>
          <a:xfrm>
            <a:off x="1912938" y="7190371"/>
            <a:ext cx="2960100" cy="3571742"/>
            <a:chOff x="6494040" y="3629520"/>
            <a:chExt cx="1643040" cy="4589640"/>
          </a:xfrm>
        </p:grpSpPr>
        <p:sp>
          <p:nvSpPr>
            <p:cNvPr id="75" name="CustomShape 13">
              <a:extLst>
                <a:ext uri="{FF2B5EF4-FFF2-40B4-BE49-F238E27FC236}">
                  <a16:creationId xmlns:a16="http://schemas.microsoft.com/office/drawing/2014/main" id="{876A95A6-3DCB-4650-836B-40E54683EB6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6" name="CustomShape 14">
              <a:extLst>
                <a:ext uri="{FF2B5EF4-FFF2-40B4-BE49-F238E27FC236}">
                  <a16:creationId xmlns:a16="http://schemas.microsoft.com/office/drawing/2014/main" id="{65193DA7-7B01-449D-A5CD-B6F01FFC6904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Y1p2 = 28</a:t>
              </a: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77" name="Group 15">
            <a:extLst>
              <a:ext uri="{FF2B5EF4-FFF2-40B4-BE49-F238E27FC236}">
                <a16:creationId xmlns:a16="http://schemas.microsoft.com/office/drawing/2014/main" id="{2EDB1DB2-6661-4BEA-8312-2FDD006216E9}"/>
              </a:ext>
            </a:extLst>
          </p:cNvPr>
          <p:cNvGrpSpPr/>
          <p:nvPr/>
        </p:nvGrpSpPr>
        <p:grpSpPr>
          <a:xfrm>
            <a:off x="1907012" y="10738527"/>
            <a:ext cx="2960807" cy="1567773"/>
            <a:chOff x="3652920" y="3584608"/>
            <a:chExt cx="1643040" cy="304200"/>
          </a:xfrm>
        </p:grpSpPr>
        <p:sp>
          <p:nvSpPr>
            <p:cNvPr id="78" name="CustomShape 16">
              <a:extLst>
                <a:ext uri="{FF2B5EF4-FFF2-40B4-BE49-F238E27FC236}">
                  <a16:creationId xmlns:a16="http://schemas.microsoft.com/office/drawing/2014/main" id="{15D7BC25-5959-479E-84B1-0F3435E9A6BF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CustomShape 17">
              <a:extLst>
                <a:ext uri="{FF2B5EF4-FFF2-40B4-BE49-F238E27FC236}">
                  <a16:creationId xmlns:a16="http://schemas.microsoft.com/office/drawing/2014/main" id="{22CDE09D-7B5D-4BF3-A8C2-69F21FFFB3EB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 = 7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0234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Group3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9D86423D-886C-4D4A-9BC7-81E8E484B007}"/>
              </a:ext>
            </a:extLst>
          </p:cNvPr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pc="-1" dirty="0">
                <a:solidFill>
                  <a:srgbClr val="000000"/>
                </a:solidFill>
                <a:latin typeface="Helvetica Neue"/>
                <a:ea typeface="Helvetica Neue"/>
              </a:rPr>
              <a:t>56</a:t>
            </a: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55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440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DwConv4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–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56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7939181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128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3 * 3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128 * 4 / 1024 = 0.5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 * 1 * 128 * 128 / 1024 = 16</a:t>
            </a:r>
          </a:p>
          <a:p>
            <a:pPr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128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 * 4 / 1024 = 0.5</a:t>
            </a:r>
          </a:p>
          <a:p>
            <a:pPr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X1 = 1 * 56 * 128 / 1024 = 7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Y1p = 1 * 56 * 128 * 4 / 1024 = 28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计算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9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次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求部分和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最终得到的结果经过</a:t>
            </a:r>
            <a:r>
              <a:rPr lang="en-US" altLang="zh-CN" sz="3000" spc="-1" dirty="0" err="1">
                <a:solidFill>
                  <a:srgbClr val="000000"/>
                </a:solidFill>
                <a:latin typeface="等线"/>
                <a:ea typeface="等线"/>
              </a:rPr>
              <a:t>ReLU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 = 1 * 56 * 128 / 1024 = 7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 = 1 * 56 * 128 * 4 = 28</a:t>
            </a:r>
          </a:p>
          <a:p>
            <a:pPr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Y2 = 1 * 56 * 128 / 1024 = 7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128 * 3 * 3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0x10480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FF86CE3A-0BED-440E-AC18-3524C97CA61A}"/>
              </a:ext>
            </a:extLst>
          </p:cNvPr>
          <p:cNvGrpSpPr/>
          <p:nvPr/>
        </p:nvGrpSpPr>
        <p:grpSpPr>
          <a:xfrm>
            <a:off x="1916038" y="3642008"/>
            <a:ext cx="2960807" cy="3571742"/>
            <a:chOff x="3652920" y="3584608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39D8515B-DBB0-44E7-B2B9-35C9D525D5E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9F6F3C33-EAB0-46E0-A749-1AFFE338AF7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p1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28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0x10680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E613F3A5-3699-394B-AD12-97E114F028B3}"/>
              </a:ext>
            </a:extLst>
          </p:cNvPr>
          <p:cNvGrpSpPr/>
          <p:nvPr/>
        </p:nvGrpSpPr>
        <p:grpSpPr>
          <a:xfrm>
            <a:off x="6502514" y="4562881"/>
            <a:ext cx="2960100" cy="2650869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F2A83CEF-A3F6-C442-8D37-EA8634DBAE7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921C69F1-0F5D-F540-BB32-2E1892ED4A45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4" name="Group 15">
            <a:extLst>
              <a:ext uri="{FF2B5EF4-FFF2-40B4-BE49-F238E27FC236}">
                <a16:creationId xmlns:a16="http://schemas.microsoft.com/office/drawing/2014/main" id="{2EE8DAE5-7D01-784B-A0B4-B4837461479B}"/>
              </a:ext>
            </a:extLst>
          </p:cNvPr>
          <p:cNvGrpSpPr/>
          <p:nvPr/>
        </p:nvGrpSpPr>
        <p:grpSpPr>
          <a:xfrm>
            <a:off x="6475021" y="7190371"/>
            <a:ext cx="2960807" cy="463644"/>
            <a:chOff x="3652920" y="3577980"/>
            <a:chExt cx="1643040" cy="310828"/>
          </a:xfrm>
        </p:grpSpPr>
        <p:sp>
          <p:nvSpPr>
            <p:cNvPr id="41" name="CustomShape 16">
              <a:extLst>
                <a:ext uri="{FF2B5EF4-FFF2-40B4-BE49-F238E27FC236}">
                  <a16:creationId xmlns:a16="http://schemas.microsoft.com/office/drawing/2014/main" id="{30CF55F6-E90B-244E-8366-B2BFCBA7B8A2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7">
              <a:extLst>
                <a:ext uri="{FF2B5EF4-FFF2-40B4-BE49-F238E27FC236}">
                  <a16:creationId xmlns:a16="http://schemas.microsoft.com/office/drawing/2014/main" id="{9FB9F6ED-A111-DB4D-BF3B-769C8792221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6" name="CustomShape 10">
            <a:extLst>
              <a:ext uri="{FF2B5EF4-FFF2-40B4-BE49-F238E27FC236}">
                <a16:creationId xmlns:a16="http://schemas.microsoft.com/office/drawing/2014/main" id="{E3FBC69D-DC9B-4D4E-B3C3-20E286719346}"/>
              </a:ext>
            </a:extLst>
          </p:cNvPr>
          <p:cNvSpPr/>
          <p:nvPr/>
        </p:nvSpPr>
        <p:spPr>
          <a:xfrm>
            <a:off x="5512843" y="704175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BDF12793-D9DD-FE4A-9C5F-70B03EBF85A7}"/>
              </a:ext>
            </a:extLst>
          </p:cNvPr>
          <p:cNvSpPr/>
          <p:nvPr/>
        </p:nvSpPr>
        <p:spPr>
          <a:xfrm>
            <a:off x="908898" y="70186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7000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2" name="CustomShape 10">
            <a:extLst>
              <a:ext uri="{FF2B5EF4-FFF2-40B4-BE49-F238E27FC236}">
                <a16:creationId xmlns:a16="http://schemas.microsoft.com/office/drawing/2014/main" id="{2C0C802B-DD3C-FA4F-A017-7B84B721B0EC}"/>
              </a:ext>
            </a:extLst>
          </p:cNvPr>
          <p:cNvSpPr/>
          <p:nvPr/>
        </p:nvSpPr>
        <p:spPr>
          <a:xfrm>
            <a:off x="929030" y="1058976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0xE000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3" name="Group 12">
            <a:extLst>
              <a:ext uri="{FF2B5EF4-FFF2-40B4-BE49-F238E27FC236}">
                <a16:creationId xmlns:a16="http://schemas.microsoft.com/office/drawing/2014/main" id="{7CF6DC31-308C-4EC7-9F6A-1DF48D22EFE5}"/>
              </a:ext>
            </a:extLst>
          </p:cNvPr>
          <p:cNvGrpSpPr/>
          <p:nvPr/>
        </p:nvGrpSpPr>
        <p:grpSpPr>
          <a:xfrm>
            <a:off x="1912938" y="7190371"/>
            <a:ext cx="2960100" cy="3571742"/>
            <a:chOff x="6494040" y="3629520"/>
            <a:chExt cx="1643040" cy="4589640"/>
          </a:xfrm>
        </p:grpSpPr>
        <p:sp>
          <p:nvSpPr>
            <p:cNvPr id="75" name="CustomShape 13">
              <a:extLst>
                <a:ext uri="{FF2B5EF4-FFF2-40B4-BE49-F238E27FC236}">
                  <a16:creationId xmlns:a16="http://schemas.microsoft.com/office/drawing/2014/main" id="{876A95A6-3DCB-4650-836B-40E54683EB6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6" name="CustomShape 14">
              <a:extLst>
                <a:ext uri="{FF2B5EF4-FFF2-40B4-BE49-F238E27FC236}">
                  <a16:creationId xmlns:a16="http://schemas.microsoft.com/office/drawing/2014/main" id="{65193DA7-7B01-449D-A5CD-B6F01FFC6904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Y1p2 = 28</a:t>
              </a: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77" name="Group 15">
            <a:extLst>
              <a:ext uri="{FF2B5EF4-FFF2-40B4-BE49-F238E27FC236}">
                <a16:creationId xmlns:a16="http://schemas.microsoft.com/office/drawing/2014/main" id="{2EDB1DB2-6661-4BEA-8312-2FDD006216E9}"/>
              </a:ext>
            </a:extLst>
          </p:cNvPr>
          <p:cNvGrpSpPr/>
          <p:nvPr/>
        </p:nvGrpSpPr>
        <p:grpSpPr>
          <a:xfrm>
            <a:off x="1907012" y="10738527"/>
            <a:ext cx="2960807" cy="1567773"/>
            <a:chOff x="3652920" y="3584608"/>
            <a:chExt cx="1643040" cy="304200"/>
          </a:xfrm>
        </p:grpSpPr>
        <p:sp>
          <p:nvSpPr>
            <p:cNvPr id="78" name="CustomShape 16">
              <a:extLst>
                <a:ext uri="{FF2B5EF4-FFF2-40B4-BE49-F238E27FC236}">
                  <a16:creationId xmlns:a16="http://schemas.microsoft.com/office/drawing/2014/main" id="{15D7BC25-5959-479E-84B1-0F3435E9A6BF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CustomShape 17">
              <a:extLst>
                <a:ext uri="{FF2B5EF4-FFF2-40B4-BE49-F238E27FC236}">
                  <a16:creationId xmlns:a16="http://schemas.microsoft.com/office/drawing/2014/main" id="{22CDE09D-7B5D-4BF3-A8C2-69F21FFFB3EB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X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7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0167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Group4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9D86423D-886C-4D4A-9BC7-81E8E484B007}"/>
              </a:ext>
            </a:extLst>
          </p:cNvPr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14 cores</a:t>
            </a:r>
            <a:endParaRPr lang="en-US" sz="55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5253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DwConv5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–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14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7939181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128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3 * 3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128 * 4 / 1024 = 0.5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 * 1 * 128 * 256 / 1024 = 32</a:t>
            </a:r>
          </a:p>
          <a:p>
            <a:pPr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256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 * 4 / 1024 = 1</a:t>
            </a:r>
          </a:p>
          <a:p>
            <a:pPr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X1 = 4 * 56 * 128 / 1024 = 28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Y1p = 2 * 28 * 128 * 4 / 1024 = 28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计算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9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次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求部分和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最终得到的结果经过</a:t>
            </a:r>
            <a:r>
              <a:rPr lang="en-US" altLang="zh-CN" sz="3000" spc="-1" dirty="0" err="1">
                <a:solidFill>
                  <a:srgbClr val="000000"/>
                </a:solidFill>
                <a:latin typeface="等线"/>
                <a:ea typeface="等线"/>
              </a:rPr>
              <a:t>ReLU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 = 2 * 28 * 128 / 1024 = 7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 = 1 * 28 * 256 * 4 = 28</a:t>
            </a:r>
          </a:p>
          <a:p>
            <a:pPr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Y2 = 2 * 28 * 256 / 1024 = 14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128 * 3 * 3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0x10480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FF86CE3A-0BED-440E-AC18-3524C97CA61A}"/>
              </a:ext>
            </a:extLst>
          </p:cNvPr>
          <p:cNvGrpSpPr/>
          <p:nvPr/>
        </p:nvGrpSpPr>
        <p:grpSpPr>
          <a:xfrm>
            <a:off x="1916038" y="3642008"/>
            <a:ext cx="2960807" cy="3571742"/>
            <a:chOff x="3652920" y="3584608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39D8515B-DBB0-44E7-B2B9-35C9D525D5E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9F6F3C33-EAB0-46E0-A749-1AFFE338AF7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p1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28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0x10680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E613F3A5-3699-394B-AD12-97E114F028B3}"/>
              </a:ext>
            </a:extLst>
          </p:cNvPr>
          <p:cNvGrpSpPr/>
          <p:nvPr/>
        </p:nvGrpSpPr>
        <p:grpSpPr>
          <a:xfrm>
            <a:off x="6502514" y="4562881"/>
            <a:ext cx="2960100" cy="397028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F2A83CEF-A3F6-C442-8D37-EA8634DBAE7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921C69F1-0F5D-F540-BB32-2E1892ED4A45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32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4" name="Group 15">
            <a:extLst>
              <a:ext uri="{FF2B5EF4-FFF2-40B4-BE49-F238E27FC236}">
                <a16:creationId xmlns:a16="http://schemas.microsoft.com/office/drawing/2014/main" id="{2EE8DAE5-7D01-784B-A0B4-B4837461479B}"/>
              </a:ext>
            </a:extLst>
          </p:cNvPr>
          <p:cNvGrpSpPr/>
          <p:nvPr/>
        </p:nvGrpSpPr>
        <p:grpSpPr>
          <a:xfrm>
            <a:off x="6493332" y="8522711"/>
            <a:ext cx="2960807" cy="463644"/>
            <a:chOff x="3652920" y="3577980"/>
            <a:chExt cx="1643040" cy="310828"/>
          </a:xfrm>
        </p:grpSpPr>
        <p:sp>
          <p:nvSpPr>
            <p:cNvPr id="41" name="CustomShape 16">
              <a:extLst>
                <a:ext uri="{FF2B5EF4-FFF2-40B4-BE49-F238E27FC236}">
                  <a16:creationId xmlns:a16="http://schemas.microsoft.com/office/drawing/2014/main" id="{30CF55F6-E90B-244E-8366-B2BFCBA7B8A2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7">
              <a:extLst>
                <a:ext uri="{FF2B5EF4-FFF2-40B4-BE49-F238E27FC236}">
                  <a16:creationId xmlns:a16="http://schemas.microsoft.com/office/drawing/2014/main" id="{9FB9F6ED-A111-DB4D-BF3B-769C8792221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6" name="CustomShape 10">
            <a:extLst>
              <a:ext uri="{FF2B5EF4-FFF2-40B4-BE49-F238E27FC236}">
                <a16:creationId xmlns:a16="http://schemas.microsoft.com/office/drawing/2014/main" id="{E3FBC69D-DC9B-4D4E-B3C3-20E286719346}"/>
              </a:ext>
            </a:extLst>
          </p:cNvPr>
          <p:cNvSpPr/>
          <p:nvPr/>
        </p:nvSpPr>
        <p:spPr>
          <a:xfrm>
            <a:off x="5544896" y="834115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0x18680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BDF12793-D9DD-FE4A-9C5F-70B03EBF85A7}"/>
              </a:ext>
            </a:extLst>
          </p:cNvPr>
          <p:cNvSpPr/>
          <p:nvPr/>
        </p:nvSpPr>
        <p:spPr>
          <a:xfrm>
            <a:off x="908898" y="70186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7000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2" name="CustomShape 10">
            <a:extLst>
              <a:ext uri="{FF2B5EF4-FFF2-40B4-BE49-F238E27FC236}">
                <a16:creationId xmlns:a16="http://schemas.microsoft.com/office/drawing/2014/main" id="{2C0C802B-DD3C-FA4F-A017-7B84B721B0EC}"/>
              </a:ext>
            </a:extLst>
          </p:cNvPr>
          <p:cNvSpPr/>
          <p:nvPr/>
        </p:nvSpPr>
        <p:spPr>
          <a:xfrm>
            <a:off x="929030" y="1058976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0xE000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3" name="Group 12">
            <a:extLst>
              <a:ext uri="{FF2B5EF4-FFF2-40B4-BE49-F238E27FC236}">
                <a16:creationId xmlns:a16="http://schemas.microsoft.com/office/drawing/2014/main" id="{7CF6DC31-308C-4EC7-9F6A-1DF48D22EFE5}"/>
              </a:ext>
            </a:extLst>
          </p:cNvPr>
          <p:cNvGrpSpPr/>
          <p:nvPr/>
        </p:nvGrpSpPr>
        <p:grpSpPr>
          <a:xfrm>
            <a:off x="6501240" y="8976242"/>
            <a:ext cx="2960100" cy="3258944"/>
            <a:chOff x="6494040" y="3629520"/>
            <a:chExt cx="1643040" cy="4589640"/>
          </a:xfrm>
        </p:grpSpPr>
        <p:sp>
          <p:nvSpPr>
            <p:cNvPr id="75" name="CustomShape 13">
              <a:extLst>
                <a:ext uri="{FF2B5EF4-FFF2-40B4-BE49-F238E27FC236}">
                  <a16:creationId xmlns:a16="http://schemas.microsoft.com/office/drawing/2014/main" id="{876A95A6-3DCB-4650-836B-40E54683EB6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6" name="CustomShape 14">
              <a:extLst>
                <a:ext uri="{FF2B5EF4-FFF2-40B4-BE49-F238E27FC236}">
                  <a16:creationId xmlns:a16="http://schemas.microsoft.com/office/drawing/2014/main" id="{65193DA7-7B01-449D-A5CD-B6F01FFC6904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X1 = 28</a:t>
              </a: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77" name="Group 15">
            <a:extLst>
              <a:ext uri="{FF2B5EF4-FFF2-40B4-BE49-F238E27FC236}">
                <a16:creationId xmlns:a16="http://schemas.microsoft.com/office/drawing/2014/main" id="{2EDB1DB2-6661-4BEA-8312-2FDD006216E9}"/>
              </a:ext>
            </a:extLst>
          </p:cNvPr>
          <p:cNvGrpSpPr/>
          <p:nvPr/>
        </p:nvGrpSpPr>
        <p:grpSpPr>
          <a:xfrm>
            <a:off x="1907012" y="10738527"/>
            <a:ext cx="2960807" cy="1567773"/>
            <a:chOff x="3652920" y="3584608"/>
            <a:chExt cx="1643040" cy="304200"/>
          </a:xfrm>
        </p:grpSpPr>
        <p:sp>
          <p:nvSpPr>
            <p:cNvPr id="78" name="CustomShape 16">
              <a:extLst>
                <a:ext uri="{FF2B5EF4-FFF2-40B4-BE49-F238E27FC236}">
                  <a16:creationId xmlns:a16="http://schemas.microsoft.com/office/drawing/2014/main" id="{15D7BC25-5959-479E-84B1-0F3435E9A6BF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CustomShape 17">
              <a:extLst>
                <a:ext uri="{FF2B5EF4-FFF2-40B4-BE49-F238E27FC236}">
                  <a16:creationId xmlns:a16="http://schemas.microsoft.com/office/drawing/2014/main" id="{22CDE09D-7B5D-4BF3-A8C2-69F21FFFB3EB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7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9" name="CustomShape 10">
            <a:extLst>
              <a:ext uri="{FF2B5EF4-FFF2-40B4-BE49-F238E27FC236}">
                <a16:creationId xmlns:a16="http://schemas.microsoft.com/office/drawing/2014/main" id="{D9EC8F2D-4841-4F0A-8880-FEDE5655B271}"/>
              </a:ext>
            </a:extLst>
          </p:cNvPr>
          <p:cNvSpPr/>
          <p:nvPr/>
        </p:nvSpPr>
        <p:spPr>
          <a:xfrm>
            <a:off x="5540241" y="886143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0x18A80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5988E24D-59BB-4CA3-9F0C-1E514E337014}"/>
              </a:ext>
            </a:extLst>
          </p:cNvPr>
          <p:cNvGrpSpPr/>
          <p:nvPr/>
        </p:nvGrpSpPr>
        <p:grpSpPr>
          <a:xfrm>
            <a:off x="1904201" y="7220119"/>
            <a:ext cx="2960100" cy="3518408"/>
            <a:chOff x="6494040" y="3629520"/>
            <a:chExt cx="1643040" cy="4589640"/>
          </a:xfrm>
        </p:grpSpPr>
        <p:sp>
          <p:nvSpPr>
            <p:cNvPr id="43" name="CustomShape 13">
              <a:extLst>
                <a:ext uri="{FF2B5EF4-FFF2-40B4-BE49-F238E27FC236}">
                  <a16:creationId xmlns:a16="http://schemas.microsoft.com/office/drawing/2014/main" id="{47251C02-27C0-4E49-9783-BD998A31AEAE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4">
              <a:extLst>
                <a:ext uri="{FF2B5EF4-FFF2-40B4-BE49-F238E27FC236}">
                  <a16:creationId xmlns:a16="http://schemas.microsoft.com/office/drawing/2014/main" id="{0ED56D63-D485-4438-A9CD-0D1DB2D59AA3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Y1p2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28</a:t>
              </a: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1217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Group5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9D86423D-886C-4D4A-9BC7-81E8E484B007}"/>
              </a:ext>
            </a:extLst>
          </p:cNvPr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14 cores</a:t>
            </a:r>
            <a:endParaRPr lang="en-US" sz="55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701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DwConv6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–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14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9785841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128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3 * 3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128 * 4 / 1024 = 0.5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 * 1 * 256 * 128 / 1024 = 32</a:t>
            </a:r>
          </a:p>
          <a:p>
            <a:pPr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128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 * 4 / 1024 = 0.5</a:t>
            </a:r>
          </a:p>
          <a:p>
            <a:pPr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X1 = 2 * 28 * 128 / 1024 = 7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Y1p = 2 * 28 * 128 * 4 / 1024 = 28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计算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9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次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求部分和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最终得到的结果经过</a:t>
            </a:r>
            <a:r>
              <a:rPr lang="en-US" altLang="zh-CN" sz="3000" spc="-1" dirty="0" err="1">
                <a:solidFill>
                  <a:srgbClr val="000000"/>
                </a:solidFill>
                <a:latin typeface="等线"/>
                <a:ea typeface="等线"/>
              </a:rPr>
              <a:t>ReLU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 = 2 * 28 * 128 / 1024 = 7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路由发送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X2 = 2 * 28 * 256 / 1024 = 14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 = 1 * 28 * 128 * 4 = 14</a:t>
            </a:r>
          </a:p>
          <a:p>
            <a:pPr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Y2 = 2 * 28 * 128 / 1024 = 7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128 * 3 * 3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0x10480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FF86CE3A-0BED-440E-AC18-3524C97CA61A}"/>
              </a:ext>
            </a:extLst>
          </p:cNvPr>
          <p:cNvGrpSpPr/>
          <p:nvPr/>
        </p:nvGrpSpPr>
        <p:grpSpPr>
          <a:xfrm>
            <a:off x="1916038" y="3642008"/>
            <a:ext cx="2960807" cy="3571742"/>
            <a:chOff x="3652920" y="3584608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39D8515B-DBB0-44E7-B2B9-35C9D525D5E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9F6F3C33-EAB0-46E0-A749-1AFFE338AF7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Y1</a:t>
              </a: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p1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28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0x10680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E613F3A5-3699-394B-AD12-97E114F028B3}"/>
              </a:ext>
            </a:extLst>
          </p:cNvPr>
          <p:cNvGrpSpPr/>
          <p:nvPr/>
        </p:nvGrpSpPr>
        <p:grpSpPr>
          <a:xfrm>
            <a:off x="6502514" y="4562881"/>
            <a:ext cx="2960100" cy="397028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F2A83CEF-A3F6-C442-8D37-EA8634DBAE7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921C69F1-0F5D-F540-BB32-2E1892ED4A45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32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4" name="Group 15">
            <a:extLst>
              <a:ext uri="{FF2B5EF4-FFF2-40B4-BE49-F238E27FC236}">
                <a16:creationId xmlns:a16="http://schemas.microsoft.com/office/drawing/2014/main" id="{2EE8DAE5-7D01-784B-A0B4-B4837461479B}"/>
              </a:ext>
            </a:extLst>
          </p:cNvPr>
          <p:cNvGrpSpPr/>
          <p:nvPr/>
        </p:nvGrpSpPr>
        <p:grpSpPr>
          <a:xfrm>
            <a:off x="6493332" y="8522711"/>
            <a:ext cx="2960807" cy="463644"/>
            <a:chOff x="3652920" y="3577980"/>
            <a:chExt cx="1643040" cy="310828"/>
          </a:xfrm>
        </p:grpSpPr>
        <p:sp>
          <p:nvSpPr>
            <p:cNvPr id="41" name="CustomShape 16">
              <a:extLst>
                <a:ext uri="{FF2B5EF4-FFF2-40B4-BE49-F238E27FC236}">
                  <a16:creationId xmlns:a16="http://schemas.microsoft.com/office/drawing/2014/main" id="{30CF55F6-E90B-244E-8366-B2BFCBA7B8A2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7">
              <a:extLst>
                <a:ext uri="{FF2B5EF4-FFF2-40B4-BE49-F238E27FC236}">
                  <a16:creationId xmlns:a16="http://schemas.microsoft.com/office/drawing/2014/main" id="{9FB9F6ED-A111-DB4D-BF3B-769C8792221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6" name="CustomShape 10">
            <a:extLst>
              <a:ext uri="{FF2B5EF4-FFF2-40B4-BE49-F238E27FC236}">
                <a16:creationId xmlns:a16="http://schemas.microsoft.com/office/drawing/2014/main" id="{E3FBC69D-DC9B-4D4E-B3C3-20E286719346}"/>
              </a:ext>
            </a:extLst>
          </p:cNvPr>
          <p:cNvSpPr/>
          <p:nvPr/>
        </p:nvSpPr>
        <p:spPr>
          <a:xfrm>
            <a:off x="5544896" y="834115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0x18680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BDF12793-D9DD-FE4A-9C5F-70B03EBF85A7}"/>
              </a:ext>
            </a:extLst>
          </p:cNvPr>
          <p:cNvSpPr/>
          <p:nvPr/>
        </p:nvSpPr>
        <p:spPr>
          <a:xfrm>
            <a:off x="908898" y="70186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7000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2" name="CustomShape 10">
            <a:extLst>
              <a:ext uri="{FF2B5EF4-FFF2-40B4-BE49-F238E27FC236}">
                <a16:creationId xmlns:a16="http://schemas.microsoft.com/office/drawing/2014/main" id="{2C0C802B-DD3C-FA4F-A017-7B84B721B0EC}"/>
              </a:ext>
            </a:extLst>
          </p:cNvPr>
          <p:cNvSpPr/>
          <p:nvPr/>
        </p:nvSpPr>
        <p:spPr>
          <a:xfrm>
            <a:off x="929030" y="1058976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0xE000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7" name="Group 15">
            <a:extLst>
              <a:ext uri="{FF2B5EF4-FFF2-40B4-BE49-F238E27FC236}">
                <a16:creationId xmlns:a16="http://schemas.microsoft.com/office/drawing/2014/main" id="{2EDB1DB2-6661-4BEA-8312-2FDD006216E9}"/>
              </a:ext>
            </a:extLst>
          </p:cNvPr>
          <p:cNvGrpSpPr/>
          <p:nvPr/>
        </p:nvGrpSpPr>
        <p:grpSpPr>
          <a:xfrm>
            <a:off x="1907012" y="10738527"/>
            <a:ext cx="2960807" cy="1567773"/>
            <a:chOff x="3652920" y="3584608"/>
            <a:chExt cx="1643040" cy="304200"/>
          </a:xfrm>
        </p:grpSpPr>
        <p:sp>
          <p:nvSpPr>
            <p:cNvPr id="78" name="CustomShape 16">
              <a:extLst>
                <a:ext uri="{FF2B5EF4-FFF2-40B4-BE49-F238E27FC236}">
                  <a16:creationId xmlns:a16="http://schemas.microsoft.com/office/drawing/2014/main" id="{15D7BC25-5959-479E-84B1-0F3435E9A6BF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CustomShape 17">
              <a:extLst>
                <a:ext uri="{FF2B5EF4-FFF2-40B4-BE49-F238E27FC236}">
                  <a16:creationId xmlns:a16="http://schemas.microsoft.com/office/drawing/2014/main" id="{22CDE09D-7B5D-4BF3-A8C2-69F21FFFB3EB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7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9" name="CustomShape 10">
            <a:extLst>
              <a:ext uri="{FF2B5EF4-FFF2-40B4-BE49-F238E27FC236}">
                <a16:creationId xmlns:a16="http://schemas.microsoft.com/office/drawing/2014/main" id="{D9EC8F2D-4841-4F0A-8880-FEDE5655B271}"/>
              </a:ext>
            </a:extLst>
          </p:cNvPr>
          <p:cNvSpPr/>
          <p:nvPr/>
        </p:nvSpPr>
        <p:spPr>
          <a:xfrm>
            <a:off x="5540241" y="886143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0x18880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5988E24D-59BB-4CA3-9F0C-1E514E337014}"/>
              </a:ext>
            </a:extLst>
          </p:cNvPr>
          <p:cNvGrpSpPr/>
          <p:nvPr/>
        </p:nvGrpSpPr>
        <p:grpSpPr>
          <a:xfrm>
            <a:off x="1904201" y="7220119"/>
            <a:ext cx="2960100" cy="3518408"/>
            <a:chOff x="6494040" y="3629520"/>
            <a:chExt cx="1643040" cy="4589640"/>
          </a:xfrm>
        </p:grpSpPr>
        <p:sp>
          <p:nvSpPr>
            <p:cNvPr id="43" name="CustomShape 13">
              <a:extLst>
                <a:ext uri="{FF2B5EF4-FFF2-40B4-BE49-F238E27FC236}">
                  <a16:creationId xmlns:a16="http://schemas.microsoft.com/office/drawing/2014/main" id="{47251C02-27C0-4E49-9783-BD998A31AEAE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4">
              <a:extLst>
                <a:ext uri="{FF2B5EF4-FFF2-40B4-BE49-F238E27FC236}">
                  <a16:creationId xmlns:a16="http://schemas.microsoft.com/office/drawing/2014/main" id="{0ED56D63-D485-4438-A9CD-0D1DB2D59AA3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Y1p2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28</a:t>
              </a: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2">
            <a:extLst>
              <a:ext uri="{FF2B5EF4-FFF2-40B4-BE49-F238E27FC236}">
                <a16:creationId xmlns:a16="http://schemas.microsoft.com/office/drawing/2014/main" id="{C16AB0BE-E5CB-4CF9-8FF9-3EDDDDFA842C}"/>
              </a:ext>
            </a:extLst>
          </p:cNvPr>
          <p:cNvGrpSpPr/>
          <p:nvPr/>
        </p:nvGrpSpPr>
        <p:grpSpPr>
          <a:xfrm>
            <a:off x="6475374" y="8978079"/>
            <a:ext cx="2960100" cy="944920"/>
            <a:chOff x="6494040" y="3629520"/>
            <a:chExt cx="1643040" cy="4589640"/>
          </a:xfrm>
        </p:grpSpPr>
        <p:sp>
          <p:nvSpPr>
            <p:cNvPr id="47" name="CustomShape 13">
              <a:extLst>
                <a:ext uri="{FF2B5EF4-FFF2-40B4-BE49-F238E27FC236}">
                  <a16:creationId xmlns:a16="http://schemas.microsoft.com/office/drawing/2014/main" id="{A8D70349-8B08-4826-AFDC-72ED0E35E98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1" name="CustomShape 14">
              <a:extLst>
                <a:ext uri="{FF2B5EF4-FFF2-40B4-BE49-F238E27FC236}">
                  <a16:creationId xmlns:a16="http://schemas.microsoft.com/office/drawing/2014/main" id="{FA615709-2A3F-4EB4-BBC1-4B660413449A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X1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7</a:t>
              </a:r>
              <a:endParaRPr lang="en-US" b="1" strike="noStrike" spc="-1" dirty="0">
                <a:solidFill>
                  <a:srgbClr val="000000"/>
                </a:solidFill>
                <a:latin typeface="等线"/>
                <a:ea typeface="等线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5653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Conv6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–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14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9785841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128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3 * 3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128 * 4 / 1024 = 0.5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 * 1 * 256 * 128 / 1024 = 32</a:t>
            </a:r>
          </a:p>
          <a:p>
            <a:pPr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128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 * 4 / 1024 = 0.5</a:t>
            </a:r>
          </a:p>
          <a:p>
            <a:pPr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X1 = 2 * 28 * 128 / 1024 = 7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Y1p = 2 * 28 * 128 * 4 / 1024 = 28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计算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9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次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求部分和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最终得到的结果经过</a:t>
            </a:r>
            <a:r>
              <a:rPr lang="en-US" altLang="zh-CN" sz="3000" spc="-1" dirty="0" err="1">
                <a:solidFill>
                  <a:srgbClr val="000000"/>
                </a:solidFill>
                <a:latin typeface="等线"/>
                <a:ea typeface="等线"/>
              </a:rPr>
              <a:t>ReLU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 = 2 * 28 * 128 / 1024 = 7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路由发送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X2 = 2 * 28 * 256 / 1024 = 14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 = 1 * 28 * 128 * 4 = 14</a:t>
            </a:r>
          </a:p>
          <a:p>
            <a:pPr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Y2 = 2 * 28 * 128 / 1024 = 7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6499966" y="3641832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128 * 3 * 3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40136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0x10480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6493333" y="4099808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FF86CE3A-0BED-440E-AC18-3524C97CA61A}"/>
              </a:ext>
            </a:extLst>
          </p:cNvPr>
          <p:cNvGrpSpPr/>
          <p:nvPr/>
        </p:nvGrpSpPr>
        <p:grpSpPr>
          <a:xfrm>
            <a:off x="1916038" y="3642008"/>
            <a:ext cx="2960807" cy="1909319"/>
            <a:chOff x="3652920" y="3584608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39D8515B-DBB0-44E7-B2B9-35C9D525D5E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9F6F3C33-EAB0-46E0-A749-1AFFE338AF7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X2 = 14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8" name="CustomShape 10">
            <a:extLst>
              <a:ext uri="{FF2B5EF4-FFF2-40B4-BE49-F238E27FC236}">
                <a16:creationId xmlns:a16="http://schemas.microsoft.com/office/drawing/2014/main" id="{21D099E0-88F3-415B-8FE8-AED92D3BC2C7}"/>
              </a:ext>
            </a:extLst>
          </p:cNvPr>
          <p:cNvSpPr/>
          <p:nvPr/>
        </p:nvSpPr>
        <p:spPr>
          <a:xfrm>
            <a:off x="5528886" y="44471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0x10680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E613F3A5-3699-394B-AD12-97E114F028B3}"/>
              </a:ext>
            </a:extLst>
          </p:cNvPr>
          <p:cNvGrpSpPr/>
          <p:nvPr/>
        </p:nvGrpSpPr>
        <p:grpSpPr>
          <a:xfrm>
            <a:off x="6502514" y="4562881"/>
            <a:ext cx="2960100" cy="3970288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F2A83CEF-A3F6-C442-8D37-EA8634DBAE7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921C69F1-0F5D-F540-BB32-2E1892ED4A45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32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4" name="Group 15">
            <a:extLst>
              <a:ext uri="{FF2B5EF4-FFF2-40B4-BE49-F238E27FC236}">
                <a16:creationId xmlns:a16="http://schemas.microsoft.com/office/drawing/2014/main" id="{2EE8DAE5-7D01-784B-A0B4-B4837461479B}"/>
              </a:ext>
            </a:extLst>
          </p:cNvPr>
          <p:cNvGrpSpPr/>
          <p:nvPr/>
        </p:nvGrpSpPr>
        <p:grpSpPr>
          <a:xfrm>
            <a:off x="6493332" y="8522711"/>
            <a:ext cx="2960807" cy="463644"/>
            <a:chOff x="3652920" y="3577980"/>
            <a:chExt cx="1643040" cy="310828"/>
          </a:xfrm>
        </p:grpSpPr>
        <p:sp>
          <p:nvSpPr>
            <p:cNvPr id="41" name="CustomShape 16">
              <a:extLst>
                <a:ext uri="{FF2B5EF4-FFF2-40B4-BE49-F238E27FC236}">
                  <a16:creationId xmlns:a16="http://schemas.microsoft.com/office/drawing/2014/main" id="{30CF55F6-E90B-244E-8366-B2BFCBA7B8A2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7">
              <a:extLst>
                <a:ext uri="{FF2B5EF4-FFF2-40B4-BE49-F238E27FC236}">
                  <a16:creationId xmlns:a16="http://schemas.microsoft.com/office/drawing/2014/main" id="{9FB9F6ED-A111-DB4D-BF3B-769C8792221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6" name="CustomShape 10">
            <a:extLst>
              <a:ext uri="{FF2B5EF4-FFF2-40B4-BE49-F238E27FC236}">
                <a16:creationId xmlns:a16="http://schemas.microsoft.com/office/drawing/2014/main" id="{E3FBC69D-DC9B-4D4E-B3C3-20E286719346}"/>
              </a:ext>
            </a:extLst>
          </p:cNvPr>
          <p:cNvSpPr/>
          <p:nvPr/>
        </p:nvSpPr>
        <p:spPr>
          <a:xfrm>
            <a:off x="5544896" y="834115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0x18680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BDF12793-D9DD-FE4A-9C5F-70B03EBF85A7}"/>
              </a:ext>
            </a:extLst>
          </p:cNvPr>
          <p:cNvSpPr/>
          <p:nvPr/>
        </p:nvSpPr>
        <p:spPr>
          <a:xfrm>
            <a:off x="908898" y="701862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7000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2" name="CustomShape 10">
            <a:extLst>
              <a:ext uri="{FF2B5EF4-FFF2-40B4-BE49-F238E27FC236}">
                <a16:creationId xmlns:a16="http://schemas.microsoft.com/office/drawing/2014/main" id="{2C0C802B-DD3C-FA4F-A017-7B84B721B0EC}"/>
              </a:ext>
            </a:extLst>
          </p:cNvPr>
          <p:cNvSpPr/>
          <p:nvPr/>
        </p:nvSpPr>
        <p:spPr>
          <a:xfrm>
            <a:off x="929030" y="1058976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0xE000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7" name="Group 15">
            <a:extLst>
              <a:ext uri="{FF2B5EF4-FFF2-40B4-BE49-F238E27FC236}">
                <a16:creationId xmlns:a16="http://schemas.microsoft.com/office/drawing/2014/main" id="{2EDB1DB2-6661-4BEA-8312-2FDD006216E9}"/>
              </a:ext>
            </a:extLst>
          </p:cNvPr>
          <p:cNvGrpSpPr/>
          <p:nvPr/>
        </p:nvGrpSpPr>
        <p:grpSpPr>
          <a:xfrm>
            <a:off x="1907012" y="10738527"/>
            <a:ext cx="2960807" cy="1567773"/>
            <a:chOff x="3652920" y="3584608"/>
            <a:chExt cx="1643040" cy="304200"/>
          </a:xfrm>
        </p:grpSpPr>
        <p:sp>
          <p:nvSpPr>
            <p:cNvPr id="78" name="CustomShape 16">
              <a:extLst>
                <a:ext uri="{FF2B5EF4-FFF2-40B4-BE49-F238E27FC236}">
                  <a16:creationId xmlns:a16="http://schemas.microsoft.com/office/drawing/2014/main" id="{15D7BC25-5959-479E-84B1-0F3435E9A6BF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CustomShape 17">
              <a:extLst>
                <a:ext uri="{FF2B5EF4-FFF2-40B4-BE49-F238E27FC236}">
                  <a16:creationId xmlns:a16="http://schemas.microsoft.com/office/drawing/2014/main" id="{22CDE09D-7B5D-4BF3-A8C2-69F21FFFB3EB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CN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Y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7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9" name="CustomShape 10">
            <a:extLst>
              <a:ext uri="{FF2B5EF4-FFF2-40B4-BE49-F238E27FC236}">
                <a16:creationId xmlns:a16="http://schemas.microsoft.com/office/drawing/2014/main" id="{D9EC8F2D-4841-4F0A-8880-FEDE5655B271}"/>
              </a:ext>
            </a:extLst>
          </p:cNvPr>
          <p:cNvSpPr/>
          <p:nvPr/>
        </p:nvSpPr>
        <p:spPr>
          <a:xfrm>
            <a:off x="5540241" y="886143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0x18880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5988E24D-59BB-4CA3-9F0C-1E514E337014}"/>
              </a:ext>
            </a:extLst>
          </p:cNvPr>
          <p:cNvGrpSpPr/>
          <p:nvPr/>
        </p:nvGrpSpPr>
        <p:grpSpPr>
          <a:xfrm>
            <a:off x="1904201" y="7220119"/>
            <a:ext cx="2960100" cy="3518408"/>
            <a:chOff x="6494040" y="3629520"/>
            <a:chExt cx="1643040" cy="4589640"/>
          </a:xfrm>
        </p:grpSpPr>
        <p:sp>
          <p:nvSpPr>
            <p:cNvPr id="43" name="CustomShape 13">
              <a:extLst>
                <a:ext uri="{FF2B5EF4-FFF2-40B4-BE49-F238E27FC236}">
                  <a16:creationId xmlns:a16="http://schemas.microsoft.com/office/drawing/2014/main" id="{47251C02-27C0-4E49-9783-BD998A31AEAE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4">
              <a:extLst>
                <a:ext uri="{FF2B5EF4-FFF2-40B4-BE49-F238E27FC236}">
                  <a16:creationId xmlns:a16="http://schemas.microsoft.com/office/drawing/2014/main" id="{0ED56D63-D485-4438-A9CD-0D1DB2D59AA3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Y1p2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28</a:t>
              </a: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2">
            <a:extLst>
              <a:ext uri="{FF2B5EF4-FFF2-40B4-BE49-F238E27FC236}">
                <a16:creationId xmlns:a16="http://schemas.microsoft.com/office/drawing/2014/main" id="{C16AB0BE-E5CB-4CF9-8FF9-3EDDDDFA842C}"/>
              </a:ext>
            </a:extLst>
          </p:cNvPr>
          <p:cNvGrpSpPr/>
          <p:nvPr/>
        </p:nvGrpSpPr>
        <p:grpSpPr>
          <a:xfrm>
            <a:off x="6475374" y="8978079"/>
            <a:ext cx="2960100" cy="944920"/>
            <a:chOff x="6494040" y="3629520"/>
            <a:chExt cx="1643040" cy="4589640"/>
          </a:xfrm>
        </p:grpSpPr>
        <p:sp>
          <p:nvSpPr>
            <p:cNvPr id="47" name="CustomShape 13">
              <a:extLst>
                <a:ext uri="{FF2B5EF4-FFF2-40B4-BE49-F238E27FC236}">
                  <a16:creationId xmlns:a16="http://schemas.microsoft.com/office/drawing/2014/main" id="{A8D70349-8B08-4826-AFDC-72ED0E35E98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1" name="CustomShape 14">
              <a:extLst>
                <a:ext uri="{FF2B5EF4-FFF2-40B4-BE49-F238E27FC236}">
                  <a16:creationId xmlns:a16="http://schemas.microsoft.com/office/drawing/2014/main" id="{FA615709-2A3F-4EB4-BBC1-4B660413449A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X1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7</a:t>
              </a:r>
              <a:endParaRPr lang="en-US" b="1" strike="noStrike" spc="-1" dirty="0">
                <a:solidFill>
                  <a:srgbClr val="000000"/>
                </a:solidFill>
                <a:latin typeface="等线"/>
                <a:ea typeface="等线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0134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Group6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9D86423D-886C-4D4A-9BC7-81E8E484B007}"/>
              </a:ext>
            </a:extLst>
          </p:cNvPr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14 cores</a:t>
            </a:r>
            <a:endParaRPr lang="en-US" sz="55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9522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DwConv7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–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14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9324176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256 * 3 * 3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256 * 4 / 1024 = 1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 * 1 * 256 * 256 / 1024 = 64</a:t>
            </a:r>
          </a:p>
          <a:p>
            <a:pPr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128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 * 4 / 1024 = 0.5</a:t>
            </a:r>
          </a:p>
          <a:p>
            <a:pPr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X1 = 4 * 14 * 256 / 1024 = 14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Y1p = 2 * 7 * 256 * 4 / 1024 = 14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计算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9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次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求部分和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最终得到的结果经过</a:t>
            </a:r>
            <a:r>
              <a:rPr lang="en-US" altLang="zh-CN" sz="3000" spc="-1" dirty="0" err="1">
                <a:solidFill>
                  <a:srgbClr val="000000"/>
                </a:solidFill>
                <a:latin typeface="等线"/>
                <a:ea typeface="等线"/>
              </a:rPr>
              <a:t>ReLU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 = 2 * 7 * 256 / 1024 = 3.5</a:t>
            </a:r>
          </a:p>
          <a:p>
            <a:pPr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路由发送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X2 = 2 * 14 * 256 / 1024 = 7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 = 1 * 14 * 256 * 4 = 14</a:t>
            </a:r>
          </a:p>
          <a:p>
            <a:pPr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Y2 = 2 * 14 * 256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08302" y="11691121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256 * 3 * 3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22702" y="12167507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FF86CE3A-0BED-440E-AC18-3524C97CA61A}"/>
              </a:ext>
            </a:extLst>
          </p:cNvPr>
          <p:cNvGrpSpPr/>
          <p:nvPr/>
        </p:nvGrpSpPr>
        <p:grpSpPr>
          <a:xfrm>
            <a:off x="1916038" y="3642008"/>
            <a:ext cx="2960807" cy="1808841"/>
            <a:chOff x="3652920" y="3584608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39D8515B-DBB0-44E7-B2B9-35C9D525D5E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9F6F3C33-EAB0-46E0-A749-1AFFE338AF7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X1 = 14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E613F3A5-3699-394B-AD12-97E114F028B3}"/>
              </a:ext>
            </a:extLst>
          </p:cNvPr>
          <p:cNvGrpSpPr/>
          <p:nvPr/>
        </p:nvGrpSpPr>
        <p:grpSpPr>
          <a:xfrm>
            <a:off x="6502514" y="3619630"/>
            <a:ext cx="2960100" cy="9016730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F2A83CEF-A3F6-C442-8D37-EA8634DBAE7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921C69F1-0F5D-F540-BB32-2E1892ED4A45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64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4" name="Group 15">
            <a:extLst>
              <a:ext uri="{FF2B5EF4-FFF2-40B4-BE49-F238E27FC236}">
                <a16:creationId xmlns:a16="http://schemas.microsoft.com/office/drawing/2014/main" id="{2EE8DAE5-7D01-784B-A0B4-B4837461479B}"/>
              </a:ext>
            </a:extLst>
          </p:cNvPr>
          <p:cNvGrpSpPr/>
          <p:nvPr/>
        </p:nvGrpSpPr>
        <p:grpSpPr>
          <a:xfrm>
            <a:off x="1904390" y="11227477"/>
            <a:ext cx="2960807" cy="463644"/>
            <a:chOff x="3652920" y="3577980"/>
            <a:chExt cx="1643040" cy="310828"/>
          </a:xfrm>
        </p:grpSpPr>
        <p:sp>
          <p:nvSpPr>
            <p:cNvPr id="41" name="CustomShape 16">
              <a:extLst>
                <a:ext uri="{FF2B5EF4-FFF2-40B4-BE49-F238E27FC236}">
                  <a16:creationId xmlns:a16="http://schemas.microsoft.com/office/drawing/2014/main" id="{30CF55F6-E90B-244E-8366-B2BFCBA7B8A2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7">
              <a:extLst>
                <a:ext uri="{FF2B5EF4-FFF2-40B4-BE49-F238E27FC236}">
                  <a16:creationId xmlns:a16="http://schemas.microsoft.com/office/drawing/2014/main" id="{9FB9F6ED-A111-DB4D-BF3B-769C8792221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1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8" name="CustomShape 10">
            <a:extLst>
              <a:ext uri="{FF2B5EF4-FFF2-40B4-BE49-F238E27FC236}">
                <a16:creationId xmlns:a16="http://schemas.microsoft.com/office/drawing/2014/main" id="{BDF12793-D9DD-FE4A-9C5F-70B03EBF85A7}"/>
              </a:ext>
            </a:extLst>
          </p:cNvPr>
          <p:cNvSpPr/>
          <p:nvPr/>
        </p:nvSpPr>
        <p:spPr>
          <a:xfrm>
            <a:off x="970510" y="527057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3800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2" name="CustomShape 10">
            <a:extLst>
              <a:ext uri="{FF2B5EF4-FFF2-40B4-BE49-F238E27FC236}">
                <a16:creationId xmlns:a16="http://schemas.microsoft.com/office/drawing/2014/main" id="{2C0C802B-DD3C-FA4F-A017-7B84B721B0EC}"/>
              </a:ext>
            </a:extLst>
          </p:cNvPr>
          <p:cNvSpPr/>
          <p:nvPr/>
        </p:nvSpPr>
        <p:spPr>
          <a:xfrm>
            <a:off x="944586" y="110559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0xEF00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5988E24D-59BB-4CA3-9F0C-1E514E337014}"/>
              </a:ext>
            </a:extLst>
          </p:cNvPr>
          <p:cNvGrpSpPr/>
          <p:nvPr/>
        </p:nvGrpSpPr>
        <p:grpSpPr>
          <a:xfrm>
            <a:off x="1904390" y="5454509"/>
            <a:ext cx="2960100" cy="1808841"/>
            <a:chOff x="6494040" y="3629520"/>
            <a:chExt cx="1643040" cy="4589640"/>
          </a:xfrm>
        </p:grpSpPr>
        <p:sp>
          <p:nvSpPr>
            <p:cNvPr id="43" name="CustomShape 13">
              <a:extLst>
                <a:ext uri="{FF2B5EF4-FFF2-40B4-BE49-F238E27FC236}">
                  <a16:creationId xmlns:a16="http://schemas.microsoft.com/office/drawing/2014/main" id="{47251C02-27C0-4E49-9783-BD998A31AEAE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4">
              <a:extLst>
                <a:ext uri="{FF2B5EF4-FFF2-40B4-BE49-F238E27FC236}">
                  <a16:creationId xmlns:a16="http://schemas.microsoft.com/office/drawing/2014/main" id="{0ED56D63-D485-4438-A9CD-0D1DB2D59AA3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Y1p1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14</a:t>
              </a:r>
              <a:endParaRPr lang="en-US" b="1" strike="noStrike" spc="-1" dirty="0">
                <a:solidFill>
                  <a:srgbClr val="000000"/>
                </a:solidFill>
                <a:latin typeface="等线"/>
                <a:ea typeface="等线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2">
            <a:extLst>
              <a:ext uri="{FF2B5EF4-FFF2-40B4-BE49-F238E27FC236}">
                <a16:creationId xmlns:a16="http://schemas.microsoft.com/office/drawing/2014/main" id="{C16AB0BE-E5CB-4CF9-8FF9-3EDDDDFA842C}"/>
              </a:ext>
            </a:extLst>
          </p:cNvPr>
          <p:cNvGrpSpPr/>
          <p:nvPr/>
        </p:nvGrpSpPr>
        <p:grpSpPr>
          <a:xfrm>
            <a:off x="1904390" y="9072182"/>
            <a:ext cx="2960100" cy="754964"/>
            <a:chOff x="6494040" y="3629520"/>
            <a:chExt cx="1643040" cy="4589640"/>
          </a:xfrm>
        </p:grpSpPr>
        <p:sp>
          <p:nvSpPr>
            <p:cNvPr id="47" name="CustomShape 13">
              <a:extLst>
                <a:ext uri="{FF2B5EF4-FFF2-40B4-BE49-F238E27FC236}">
                  <a16:creationId xmlns:a16="http://schemas.microsoft.com/office/drawing/2014/main" id="{A8D70349-8B08-4826-AFDC-72ED0E35E98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1" name="CustomShape 14">
              <a:extLst>
                <a:ext uri="{FF2B5EF4-FFF2-40B4-BE49-F238E27FC236}">
                  <a16:creationId xmlns:a16="http://schemas.microsoft.com/office/drawing/2014/main" id="{FA615709-2A3F-4EB4-BBC1-4B660413449A}"/>
                </a:ext>
              </a:extLst>
            </p:cNvPr>
            <p:cNvSpPr/>
            <p:nvPr/>
          </p:nvSpPr>
          <p:spPr>
            <a:xfrm>
              <a:off x="6529978" y="5629477"/>
              <a:ext cx="1551600" cy="230471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3.5</a:t>
              </a: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2" name="Group 15">
            <a:extLst>
              <a:ext uri="{FF2B5EF4-FFF2-40B4-BE49-F238E27FC236}">
                <a16:creationId xmlns:a16="http://schemas.microsoft.com/office/drawing/2014/main" id="{F08C677C-2736-4808-80DF-8D5E39D7F59A}"/>
              </a:ext>
            </a:extLst>
          </p:cNvPr>
          <p:cNvGrpSpPr/>
          <p:nvPr/>
        </p:nvGrpSpPr>
        <p:grpSpPr>
          <a:xfrm>
            <a:off x="1907006" y="7252692"/>
            <a:ext cx="2960807" cy="1808841"/>
            <a:chOff x="3652920" y="3584608"/>
            <a:chExt cx="1643040" cy="304200"/>
          </a:xfrm>
        </p:grpSpPr>
        <p:sp>
          <p:nvSpPr>
            <p:cNvPr id="53" name="CustomShape 16">
              <a:extLst>
                <a:ext uri="{FF2B5EF4-FFF2-40B4-BE49-F238E27FC236}">
                  <a16:creationId xmlns:a16="http://schemas.microsoft.com/office/drawing/2014/main" id="{8D587874-FDC3-411C-A1AE-C981FE583B4F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4" name="CustomShape 17">
              <a:extLst>
                <a:ext uri="{FF2B5EF4-FFF2-40B4-BE49-F238E27FC236}">
                  <a16:creationId xmlns:a16="http://schemas.microsoft.com/office/drawing/2014/main" id="{74639746-04C9-49D4-BE32-9B8D2E401E88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Y1p2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14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5" name="CustomShape 10">
            <a:extLst>
              <a:ext uri="{FF2B5EF4-FFF2-40B4-BE49-F238E27FC236}">
                <a16:creationId xmlns:a16="http://schemas.microsoft.com/office/drawing/2014/main" id="{C1210773-153C-4296-9E6D-1A73557F16B1}"/>
              </a:ext>
            </a:extLst>
          </p:cNvPr>
          <p:cNvSpPr/>
          <p:nvPr/>
        </p:nvSpPr>
        <p:spPr>
          <a:xfrm>
            <a:off x="977520" y="707434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0x70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6" name="CustomShape 10">
            <a:extLst>
              <a:ext uri="{FF2B5EF4-FFF2-40B4-BE49-F238E27FC236}">
                <a16:creationId xmlns:a16="http://schemas.microsoft.com/office/drawing/2014/main" id="{C7F32AC5-D553-41E8-B7D2-C69A436074E0}"/>
              </a:ext>
            </a:extLst>
          </p:cNvPr>
          <p:cNvSpPr/>
          <p:nvPr/>
        </p:nvSpPr>
        <p:spPr>
          <a:xfrm>
            <a:off x="970510" y="887811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0xA8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7" name="CustomShape 10">
            <a:extLst>
              <a:ext uri="{FF2B5EF4-FFF2-40B4-BE49-F238E27FC236}">
                <a16:creationId xmlns:a16="http://schemas.microsoft.com/office/drawing/2014/main" id="{4D944F70-40EE-4918-9377-4EC1A629483A}"/>
              </a:ext>
            </a:extLst>
          </p:cNvPr>
          <p:cNvSpPr/>
          <p:nvPr/>
        </p:nvSpPr>
        <p:spPr>
          <a:xfrm>
            <a:off x="968775" y="1203947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FC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9" name="CustomShape 10">
            <a:extLst>
              <a:ext uri="{FF2B5EF4-FFF2-40B4-BE49-F238E27FC236}">
                <a16:creationId xmlns:a16="http://schemas.microsoft.com/office/drawing/2014/main" id="{C7CF546A-9F9B-437F-BCA3-BEF51BC58BF3}"/>
              </a:ext>
            </a:extLst>
          </p:cNvPr>
          <p:cNvSpPr/>
          <p:nvPr/>
        </p:nvSpPr>
        <p:spPr>
          <a:xfrm>
            <a:off x="952647" y="1156143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F30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8095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Group7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9D86423D-886C-4D4A-9BC7-81E8E484B007}"/>
              </a:ext>
            </a:extLst>
          </p:cNvPr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pc="-1" dirty="0">
                <a:solidFill>
                  <a:srgbClr val="000000"/>
                </a:solidFill>
                <a:latin typeface="Helvetica Neue"/>
                <a:ea typeface="Helvetica Neue"/>
              </a:rPr>
              <a:t>28</a:t>
            </a: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55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712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DwConv8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–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14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9785841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128 * 3 * 3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128 * 4 / 1024 = 0.5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 * 1 * 512 * 128 / 1024 = 64</a:t>
            </a:r>
          </a:p>
          <a:p>
            <a:pPr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128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 * 4 / 1024 = 0.5</a:t>
            </a:r>
          </a:p>
          <a:p>
            <a:pPr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X1 = 2 * 14 * 128 / 1024 = 3.5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Y1p = 2 * 14 * 128 * 4 / 1024 = 14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计算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9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次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求部分和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最终得到的结果经过</a:t>
            </a:r>
            <a:r>
              <a:rPr lang="en-US" altLang="zh-CN" sz="3000" spc="-1" dirty="0" err="1">
                <a:solidFill>
                  <a:srgbClr val="000000"/>
                </a:solidFill>
                <a:latin typeface="等线"/>
                <a:ea typeface="等线"/>
              </a:rPr>
              <a:t>ReLU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 = 2 * 14 * 128 / 1024 = 3.5</a:t>
            </a:r>
          </a:p>
          <a:p>
            <a:pPr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路由发送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Y1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过程中拼好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X2 = 2 * 14 * 512 / 1024 = 14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然后多播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 = 1 * 14 * 128 * 4 = 7</a:t>
            </a:r>
          </a:p>
          <a:p>
            <a:pPr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Y2 = 2 * 14 * 128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08302" y="11691121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128 * 3 * 3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22702" y="12167507"/>
            <a:ext cx="2960807" cy="463644"/>
            <a:chOff x="3652920" y="3577980"/>
            <a:chExt cx="1643040" cy="310828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FF86CE3A-0BED-440E-AC18-3524C97CA61A}"/>
              </a:ext>
            </a:extLst>
          </p:cNvPr>
          <p:cNvGrpSpPr/>
          <p:nvPr/>
        </p:nvGrpSpPr>
        <p:grpSpPr>
          <a:xfrm>
            <a:off x="1916038" y="3642009"/>
            <a:ext cx="2960807" cy="744556"/>
            <a:chOff x="3652920" y="3584608"/>
            <a:chExt cx="1643040" cy="304200"/>
          </a:xfrm>
        </p:grpSpPr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39D8515B-DBB0-44E7-B2B9-35C9D525D5E1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9F6F3C33-EAB0-46E0-A749-1AFFE338AF70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X1 = 3.5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E613F3A5-3699-394B-AD12-97E114F028B3}"/>
              </a:ext>
            </a:extLst>
          </p:cNvPr>
          <p:cNvGrpSpPr/>
          <p:nvPr/>
        </p:nvGrpSpPr>
        <p:grpSpPr>
          <a:xfrm>
            <a:off x="6502514" y="3619630"/>
            <a:ext cx="2960100" cy="9016730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F2A83CEF-A3F6-C442-8D37-EA8634DBAE7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921C69F1-0F5D-F540-BB32-2E1892ED4A45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64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4" name="Group 15">
            <a:extLst>
              <a:ext uri="{FF2B5EF4-FFF2-40B4-BE49-F238E27FC236}">
                <a16:creationId xmlns:a16="http://schemas.microsoft.com/office/drawing/2014/main" id="{2EE8DAE5-7D01-784B-A0B4-B4837461479B}"/>
              </a:ext>
            </a:extLst>
          </p:cNvPr>
          <p:cNvGrpSpPr/>
          <p:nvPr/>
        </p:nvGrpSpPr>
        <p:grpSpPr>
          <a:xfrm>
            <a:off x="1904390" y="11227477"/>
            <a:ext cx="2960807" cy="463644"/>
            <a:chOff x="3652920" y="3577980"/>
            <a:chExt cx="1643040" cy="310828"/>
          </a:xfrm>
        </p:grpSpPr>
        <p:sp>
          <p:nvSpPr>
            <p:cNvPr id="41" name="CustomShape 16">
              <a:extLst>
                <a:ext uri="{FF2B5EF4-FFF2-40B4-BE49-F238E27FC236}">
                  <a16:creationId xmlns:a16="http://schemas.microsoft.com/office/drawing/2014/main" id="{30CF55F6-E90B-244E-8366-B2BFCBA7B8A2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7">
              <a:extLst>
                <a:ext uri="{FF2B5EF4-FFF2-40B4-BE49-F238E27FC236}">
                  <a16:creationId xmlns:a16="http://schemas.microsoft.com/office/drawing/2014/main" id="{9FB9F6ED-A111-DB4D-BF3B-769C8792221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8" name="CustomShape 10">
            <a:extLst>
              <a:ext uri="{FF2B5EF4-FFF2-40B4-BE49-F238E27FC236}">
                <a16:creationId xmlns:a16="http://schemas.microsoft.com/office/drawing/2014/main" id="{BDF12793-D9DD-FE4A-9C5F-70B03EBF85A7}"/>
              </a:ext>
            </a:extLst>
          </p:cNvPr>
          <p:cNvSpPr/>
          <p:nvPr/>
        </p:nvSpPr>
        <p:spPr>
          <a:xfrm>
            <a:off x="965096" y="411726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0x0E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2" name="CustomShape 10">
            <a:extLst>
              <a:ext uri="{FF2B5EF4-FFF2-40B4-BE49-F238E27FC236}">
                <a16:creationId xmlns:a16="http://schemas.microsoft.com/office/drawing/2014/main" id="{2C0C802B-DD3C-FA4F-A017-7B84B721B0EC}"/>
              </a:ext>
            </a:extLst>
          </p:cNvPr>
          <p:cNvSpPr/>
          <p:nvPr/>
        </p:nvSpPr>
        <p:spPr>
          <a:xfrm>
            <a:off x="944586" y="110559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F78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5988E24D-59BB-4CA3-9F0C-1E514E337014}"/>
              </a:ext>
            </a:extLst>
          </p:cNvPr>
          <p:cNvGrpSpPr/>
          <p:nvPr/>
        </p:nvGrpSpPr>
        <p:grpSpPr>
          <a:xfrm>
            <a:off x="1904390" y="4381675"/>
            <a:ext cx="2960100" cy="1808841"/>
            <a:chOff x="6494040" y="3629520"/>
            <a:chExt cx="1643040" cy="4589640"/>
          </a:xfrm>
        </p:grpSpPr>
        <p:sp>
          <p:nvSpPr>
            <p:cNvPr id="43" name="CustomShape 13">
              <a:extLst>
                <a:ext uri="{FF2B5EF4-FFF2-40B4-BE49-F238E27FC236}">
                  <a16:creationId xmlns:a16="http://schemas.microsoft.com/office/drawing/2014/main" id="{47251C02-27C0-4E49-9783-BD998A31AEAE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4">
              <a:extLst>
                <a:ext uri="{FF2B5EF4-FFF2-40B4-BE49-F238E27FC236}">
                  <a16:creationId xmlns:a16="http://schemas.microsoft.com/office/drawing/2014/main" id="{0ED56D63-D485-4438-A9CD-0D1DB2D59AA3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Y1p1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14</a:t>
              </a:r>
              <a:endParaRPr lang="en-US" b="1" strike="noStrike" spc="-1" dirty="0">
                <a:solidFill>
                  <a:srgbClr val="000000"/>
                </a:solidFill>
                <a:latin typeface="等线"/>
                <a:ea typeface="等线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2">
            <a:extLst>
              <a:ext uri="{FF2B5EF4-FFF2-40B4-BE49-F238E27FC236}">
                <a16:creationId xmlns:a16="http://schemas.microsoft.com/office/drawing/2014/main" id="{C16AB0BE-E5CB-4CF9-8FF9-3EDDDDFA842C}"/>
              </a:ext>
            </a:extLst>
          </p:cNvPr>
          <p:cNvGrpSpPr/>
          <p:nvPr/>
        </p:nvGrpSpPr>
        <p:grpSpPr>
          <a:xfrm>
            <a:off x="1904390" y="8000948"/>
            <a:ext cx="2960100" cy="754964"/>
            <a:chOff x="6494040" y="3629520"/>
            <a:chExt cx="1643040" cy="4589640"/>
          </a:xfrm>
        </p:grpSpPr>
        <p:sp>
          <p:nvSpPr>
            <p:cNvPr id="47" name="CustomShape 13">
              <a:extLst>
                <a:ext uri="{FF2B5EF4-FFF2-40B4-BE49-F238E27FC236}">
                  <a16:creationId xmlns:a16="http://schemas.microsoft.com/office/drawing/2014/main" id="{A8D70349-8B08-4826-AFDC-72ED0E35E98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1" name="CustomShape 14">
              <a:extLst>
                <a:ext uri="{FF2B5EF4-FFF2-40B4-BE49-F238E27FC236}">
                  <a16:creationId xmlns:a16="http://schemas.microsoft.com/office/drawing/2014/main" id="{FA615709-2A3F-4EB4-BBC1-4B660413449A}"/>
                </a:ext>
              </a:extLst>
            </p:cNvPr>
            <p:cNvSpPr/>
            <p:nvPr/>
          </p:nvSpPr>
          <p:spPr>
            <a:xfrm>
              <a:off x="6529978" y="5629477"/>
              <a:ext cx="1551600" cy="230471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3.5</a:t>
              </a: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2" name="Group 15">
            <a:extLst>
              <a:ext uri="{FF2B5EF4-FFF2-40B4-BE49-F238E27FC236}">
                <a16:creationId xmlns:a16="http://schemas.microsoft.com/office/drawing/2014/main" id="{F08C677C-2736-4808-80DF-8D5E39D7F59A}"/>
              </a:ext>
            </a:extLst>
          </p:cNvPr>
          <p:cNvGrpSpPr/>
          <p:nvPr/>
        </p:nvGrpSpPr>
        <p:grpSpPr>
          <a:xfrm>
            <a:off x="1922702" y="6194084"/>
            <a:ext cx="2960807" cy="1808841"/>
            <a:chOff x="3652920" y="3584608"/>
            <a:chExt cx="1643040" cy="304200"/>
          </a:xfrm>
        </p:grpSpPr>
        <p:sp>
          <p:nvSpPr>
            <p:cNvPr id="53" name="CustomShape 16">
              <a:extLst>
                <a:ext uri="{FF2B5EF4-FFF2-40B4-BE49-F238E27FC236}">
                  <a16:creationId xmlns:a16="http://schemas.microsoft.com/office/drawing/2014/main" id="{8D587874-FDC3-411C-A1AE-C981FE583B4F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4" name="CustomShape 17">
              <a:extLst>
                <a:ext uri="{FF2B5EF4-FFF2-40B4-BE49-F238E27FC236}">
                  <a16:creationId xmlns:a16="http://schemas.microsoft.com/office/drawing/2014/main" id="{74639746-04C9-49D4-BE32-9B8D2E401E88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Y1p2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14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5" name="CustomShape 10">
            <a:extLst>
              <a:ext uri="{FF2B5EF4-FFF2-40B4-BE49-F238E27FC236}">
                <a16:creationId xmlns:a16="http://schemas.microsoft.com/office/drawing/2014/main" id="{C1210773-153C-4296-9E6D-1A73557F16B1}"/>
              </a:ext>
            </a:extLst>
          </p:cNvPr>
          <p:cNvSpPr/>
          <p:nvPr/>
        </p:nvSpPr>
        <p:spPr>
          <a:xfrm>
            <a:off x="961478" y="598270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0x46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6" name="CustomShape 10">
            <a:extLst>
              <a:ext uri="{FF2B5EF4-FFF2-40B4-BE49-F238E27FC236}">
                <a16:creationId xmlns:a16="http://schemas.microsoft.com/office/drawing/2014/main" id="{C7F32AC5-D553-41E8-B7D2-C69A436074E0}"/>
              </a:ext>
            </a:extLst>
          </p:cNvPr>
          <p:cNvSpPr/>
          <p:nvPr/>
        </p:nvSpPr>
        <p:spPr>
          <a:xfrm>
            <a:off x="970510" y="78375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0x7E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7" name="CustomShape 10">
            <a:extLst>
              <a:ext uri="{FF2B5EF4-FFF2-40B4-BE49-F238E27FC236}">
                <a16:creationId xmlns:a16="http://schemas.microsoft.com/office/drawing/2014/main" id="{4D944F70-40EE-4918-9377-4EC1A629483A}"/>
              </a:ext>
            </a:extLst>
          </p:cNvPr>
          <p:cNvSpPr/>
          <p:nvPr/>
        </p:nvSpPr>
        <p:spPr>
          <a:xfrm>
            <a:off x="968775" y="1203947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F</a:t>
            </a:r>
            <a:r>
              <a:rPr lang="en-US" altLang="zh-CN" spc="-1" dirty="0">
                <a:solidFill>
                  <a:srgbClr val="000000"/>
                </a:solidFill>
                <a:latin typeface="等线"/>
                <a:ea typeface="等线"/>
              </a:rPr>
              <a:t>E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9" name="CustomShape 10">
            <a:extLst>
              <a:ext uri="{FF2B5EF4-FFF2-40B4-BE49-F238E27FC236}">
                <a16:creationId xmlns:a16="http://schemas.microsoft.com/office/drawing/2014/main" id="{C7CF546A-9F9B-437F-BCA3-BEF51BC58BF3}"/>
              </a:ext>
            </a:extLst>
          </p:cNvPr>
          <p:cNvSpPr/>
          <p:nvPr/>
        </p:nvSpPr>
        <p:spPr>
          <a:xfrm>
            <a:off x="952647" y="1156143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F98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1048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Group8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9D86423D-886C-4D4A-9BC7-81E8E484B007}"/>
              </a:ext>
            </a:extLst>
          </p:cNvPr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8 cores</a:t>
            </a:r>
            <a:endParaRPr lang="en-US" sz="55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074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DwConv9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–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8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7939181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512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3 * 3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512 * 4 / 1024 = 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 * 1 * 512 * 128 / 1024 = 64</a:t>
            </a:r>
          </a:p>
          <a:p>
            <a:pPr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128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 * 4 / 1024 = 0.5</a:t>
            </a:r>
          </a:p>
          <a:p>
            <a:pPr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X1 = 2 * 14 * 512 / 1024 = 14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Y1p = 1 * 7 * 512 * 4 / 1024 = 14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计算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9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次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求部分和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最终得到的结果经过</a:t>
            </a:r>
            <a:r>
              <a:rPr lang="en-US" altLang="zh-CN" sz="3000" spc="-1" dirty="0" err="1">
                <a:solidFill>
                  <a:srgbClr val="000000"/>
                </a:solidFill>
                <a:latin typeface="等线"/>
                <a:ea typeface="等线"/>
              </a:rPr>
              <a:t>ReLU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 = 1 * 7 * 512 / 1024 = 3.5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 = 1 * 7 * 128 * 4 = 3.5</a:t>
            </a:r>
          </a:p>
          <a:p>
            <a:pPr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Y2 = 7 * 7 * 128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08302" y="11691121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512 * 3 * 3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825227" y="12159952"/>
            <a:ext cx="2960807" cy="453757"/>
            <a:chOff x="3598828" y="3572918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598828" y="357291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E613F3A5-3699-394B-AD12-97E114F028B3}"/>
              </a:ext>
            </a:extLst>
          </p:cNvPr>
          <p:cNvGrpSpPr/>
          <p:nvPr/>
        </p:nvGrpSpPr>
        <p:grpSpPr>
          <a:xfrm>
            <a:off x="6502514" y="3619630"/>
            <a:ext cx="2960100" cy="9016730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F2A83CEF-A3F6-C442-8D37-EA8634DBAE7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921C69F1-0F5D-F540-BB32-2E1892ED4A45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64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4" name="Group 15">
            <a:extLst>
              <a:ext uri="{FF2B5EF4-FFF2-40B4-BE49-F238E27FC236}">
                <a16:creationId xmlns:a16="http://schemas.microsoft.com/office/drawing/2014/main" id="{2EE8DAE5-7D01-784B-A0B4-B4837461479B}"/>
              </a:ext>
            </a:extLst>
          </p:cNvPr>
          <p:cNvGrpSpPr/>
          <p:nvPr/>
        </p:nvGrpSpPr>
        <p:grpSpPr>
          <a:xfrm>
            <a:off x="1904390" y="11227477"/>
            <a:ext cx="2960807" cy="463644"/>
            <a:chOff x="3652920" y="3577980"/>
            <a:chExt cx="1643040" cy="310828"/>
          </a:xfrm>
        </p:grpSpPr>
        <p:sp>
          <p:nvSpPr>
            <p:cNvPr id="41" name="CustomShape 16">
              <a:extLst>
                <a:ext uri="{FF2B5EF4-FFF2-40B4-BE49-F238E27FC236}">
                  <a16:creationId xmlns:a16="http://schemas.microsoft.com/office/drawing/2014/main" id="{30CF55F6-E90B-244E-8366-B2BFCBA7B8A2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7">
              <a:extLst>
                <a:ext uri="{FF2B5EF4-FFF2-40B4-BE49-F238E27FC236}">
                  <a16:creationId xmlns:a16="http://schemas.microsoft.com/office/drawing/2014/main" id="{9FB9F6ED-A111-DB4D-BF3B-769C8792221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8" name="CustomShape 10">
            <a:extLst>
              <a:ext uri="{FF2B5EF4-FFF2-40B4-BE49-F238E27FC236}">
                <a16:creationId xmlns:a16="http://schemas.microsoft.com/office/drawing/2014/main" id="{BDF12793-D9DD-FE4A-9C5F-70B03EBF85A7}"/>
              </a:ext>
            </a:extLst>
          </p:cNvPr>
          <p:cNvSpPr/>
          <p:nvPr/>
        </p:nvSpPr>
        <p:spPr>
          <a:xfrm>
            <a:off x="947728" y="527241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0x38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2" name="CustomShape 10">
            <a:extLst>
              <a:ext uri="{FF2B5EF4-FFF2-40B4-BE49-F238E27FC236}">
                <a16:creationId xmlns:a16="http://schemas.microsoft.com/office/drawing/2014/main" id="{2C0C802B-DD3C-FA4F-A017-7B84B721B0EC}"/>
              </a:ext>
            </a:extLst>
          </p:cNvPr>
          <p:cNvSpPr/>
          <p:nvPr/>
        </p:nvSpPr>
        <p:spPr>
          <a:xfrm>
            <a:off x="944586" y="110559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E40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5988E24D-59BB-4CA3-9F0C-1E514E337014}"/>
              </a:ext>
            </a:extLst>
          </p:cNvPr>
          <p:cNvGrpSpPr/>
          <p:nvPr/>
        </p:nvGrpSpPr>
        <p:grpSpPr>
          <a:xfrm>
            <a:off x="1904390" y="5465278"/>
            <a:ext cx="2960100" cy="1808841"/>
            <a:chOff x="6494040" y="3629520"/>
            <a:chExt cx="1643040" cy="4589640"/>
          </a:xfrm>
        </p:grpSpPr>
        <p:sp>
          <p:nvSpPr>
            <p:cNvPr id="43" name="CustomShape 13">
              <a:extLst>
                <a:ext uri="{FF2B5EF4-FFF2-40B4-BE49-F238E27FC236}">
                  <a16:creationId xmlns:a16="http://schemas.microsoft.com/office/drawing/2014/main" id="{47251C02-27C0-4E49-9783-BD998A31AEAE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4">
              <a:extLst>
                <a:ext uri="{FF2B5EF4-FFF2-40B4-BE49-F238E27FC236}">
                  <a16:creationId xmlns:a16="http://schemas.microsoft.com/office/drawing/2014/main" id="{0ED56D63-D485-4438-A9CD-0D1DB2D59AA3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Y1p1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14</a:t>
              </a:r>
              <a:endParaRPr lang="en-US" b="1" strike="noStrike" spc="-1" dirty="0">
                <a:solidFill>
                  <a:srgbClr val="000000"/>
                </a:solidFill>
                <a:latin typeface="等线"/>
                <a:ea typeface="等线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2">
            <a:extLst>
              <a:ext uri="{FF2B5EF4-FFF2-40B4-BE49-F238E27FC236}">
                <a16:creationId xmlns:a16="http://schemas.microsoft.com/office/drawing/2014/main" id="{C16AB0BE-E5CB-4CF9-8FF9-3EDDDDFA842C}"/>
              </a:ext>
            </a:extLst>
          </p:cNvPr>
          <p:cNvGrpSpPr/>
          <p:nvPr/>
        </p:nvGrpSpPr>
        <p:grpSpPr>
          <a:xfrm>
            <a:off x="1922702" y="9064618"/>
            <a:ext cx="2960100" cy="754964"/>
            <a:chOff x="6494040" y="3629520"/>
            <a:chExt cx="1643040" cy="4589640"/>
          </a:xfrm>
        </p:grpSpPr>
        <p:sp>
          <p:nvSpPr>
            <p:cNvPr id="47" name="CustomShape 13">
              <a:extLst>
                <a:ext uri="{FF2B5EF4-FFF2-40B4-BE49-F238E27FC236}">
                  <a16:creationId xmlns:a16="http://schemas.microsoft.com/office/drawing/2014/main" id="{A8D70349-8B08-4826-AFDC-72ED0E35E98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1" name="CustomShape 14">
              <a:extLst>
                <a:ext uri="{FF2B5EF4-FFF2-40B4-BE49-F238E27FC236}">
                  <a16:creationId xmlns:a16="http://schemas.microsoft.com/office/drawing/2014/main" id="{FA615709-2A3F-4EB4-BBC1-4B660413449A}"/>
                </a:ext>
              </a:extLst>
            </p:cNvPr>
            <p:cNvSpPr/>
            <p:nvPr/>
          </p:nvSpPr>
          <p:spPr>
            <a:xfrm>
              <a:off x="6529978" y="5629477"/>
              <a:ext cx="1551600" cy="230471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3.5</a:t>
              </a: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2" name="Group 15">
            <a:extLst>
              <a:ext uri="{FF2B5EF4-FFF2-40B4-BE49-F238E27FC236}">
                <a16:creationId xmlns:a16="http://schemas.microsoft.com/office/drawing/2014/main" id="{F08C677C-2736-4808-80DF-8D5E39D7F59A}"/>
              </a:ext>
            </a:extLst>
          </p:cNvPr>
          <p:cNvGrpSpPr/>
          <p:nvPr/>
        </p:nvGrpSpPr>
        <p:grpSpPr>
          <a:xfrm>
            <a:off x="1922702" y="7258622"/>
            <a:ext cx="2960807" cy="1808841"/>
            <a:chOff x="3652920" y="3584608"/>
            <a:chExt cx="1643040" cy="304200"/>
          </a:xfrm>
        </p:grpSpPr>
        <p:sp>
          <p:nvSpPr>
            <p:cNvPr id="53" name="CustomShape 16">
              <a:extLst>
                <a:ext uri="{FF2B5EF4-FFF2-40B4-BE49-F238E27FC236}">
                  <a16:creationId xmlns:a16="http://schemas.microsoft.com/office/drawing/2014/main" id="{8D587874-FDC3-411C-A1AE-C981FE583B4F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4" name="CustomShape 17">
              <a:extLst>
                <a:ext uri="{FF2B5EF4-FFF2-40B4-BE49-F238E27FC236}">
                  <a16:creationId xmlns:a16="http://schemas.microsoft.com/office/drawing/2014/main" id="{74639746-04C9-49D4-BE32-9B8D2E401E88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Y1p2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14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5" name="CustomShape 10">
            <a:extLst>
              <a:ext uri="{FF2B5EF4-FFF2-40B4-BE49-F238E27FC236}">
                <a16:creationId xmlns:a16="http://schemas.microsoft.com/office/drawing/2014/main" id="{C1210773-153C-4296-9E6D-1A73557F16B1}"/>
              </a:ext>
            </a:extLst>
          </p:cNvPr>
          <p:cNvSpPr/>
          <p:nvPr/>
        </p:nvSpPr>
        <p:spPr>
          <a:xfrm>
            <a:off x="977174" y="705768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0x70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6" name="CustomShape 10">
            <a:extLst>
              <a:ext uri="{FF2B5EF4-FFF2-40B4-BE49-F238E27FC236}">
                <a16:creationId xmlns:a16="http://schemas.microsoft.com/office/drawing/2014/main" id="{C7F32AC5-D553-41E8-B7D2-C69A436074E0}"/>
              </a:ext>
            </a:extLst>
          </p:cNvPr>
          <p:cNvSpPr/>
          <p:nvPr/>
        </p:nvSpPr>
        <p:spPr>
          <a:xfrm>
            <a:off x="952647" y="88810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0xA8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7" name="CustomShape 10">
            <a:extLst>
              <a:ext uri="{FF2B5EF4-FFF2-40B4-BE49-F238E27FC236}">
                <a16:creationId xmlns:a16="http://schemas.microsoft.com/office/drawing/2014/main" id="{4D944F70-40EE-4918-9377-4EC1A629483A}"/>
              </a:ext>
            </a:extLst>
          </p:cNvPr>
          <p:cNvSpPr/>
          <p:nvPr/>
        </p:nvSpPr>
        <p:spPr>
          <a:xfrm>
            <a:off x="968775" y="1203947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F8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9" name="CustomShape 10">
            <a:extLst>
              <a:ext uri="{FF2B5EF4-FFF2-40B4-BE49-F238E27FC236}">
                <a16:creationId xmlns:a16="http://schemas.microsoft.com/office/drawing/2014/main" id="{C7CF546A-9F9B-437F-BCA3-BEF51BC58BF3}"/>
              </a:ext>
            </a:extLst>
          </p:cNvPr>
          <p:cNvSpPr/>
          <p:nvPr/>
        </p:nvSpPr>
        <p:spPr>
          <a:xfrm>
            <a:off x="952647" y="1156143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E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600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6" name="Group 15">
            <a:extLst>
              <a:ext uri="{FF2B5EF4-FFF2-40B4-BE49-F238E27FC236}">
                <a16:creationId xmlns:a16="http://schemas.microsoft.com/office/drawing/2014/main" id="{6AC5C6F1-FFB3-46A2-883C-07450A5CBDD3}"/>
              </a:ext>
            </a:extLst>
          </p:cNvPr>
          <p:cNvGrpSpPr/>
          <p:nvPr/>
        </p:nvGrpSpPr>
        <p:grpSpPr>
          <a:xfrm>
            <a:off x="1914228" y="3638789"/>
            <a:ext cx="2960807" cy="1808841"/>
            <a:chOff x="3652920" y="3584608"/>
            <a:chExt cx="1643040" cy="304200"/>
          </a:xfrm>
        </p:grpSpPr>
        <p:sp>
          <p:nvSpPr>
            <p:cNvPr id="63" name="CustomShape 16">
              <a:extLst>
                <a:ext uri="{FF2B5EF4-FFF2-40B4-BE49-F238E27FC236}">
                  <a16:creationId xmlns:a16="http://schemas.microsoft.com/office/drawing/2014/main" id="{4C9D6729-0D84-4387-9479-FD4759CE168B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4" name="CustomShape 17">
              <a:extLst>
                <a:ext uri="{FF2B5EF4-FFF2-40B4-BE49-F238E27FC236}">
                  <a16:creationId xmlns:a16="http://schemas.microsoft.com/office/drawing/2014/main" id="{1997D71E-62F7-435E-865B-A612666A23AD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X1 = 14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514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Group9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9D86423D-886C-4D4A-9BC7-81E8E484B007}"/>
              </a:ext>
            </a:extLst>
          </p:cNvPr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pc="-1" dirty="0">
                <a:solidFill>
                  <a:srgbClr val="000000"/>
                </a:solidFill>
                <a:latin typeface="Helvetica Neue"/>
                <a:ea typeface="Helvetica Neue"/>
              </a:rPr>
              <a:t>16</a:t>
            </a:r>
            <a:r>
              <a:rPr lang="en-US" sz="5500" b="1" strike="noStrike" spc="-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55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9528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DwConv10</a:t>
            </a:r>
            <a:r>
              <a:rPr lang="zh-CN" altLang="en-US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–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16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cores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0" name="CustomShape 24"/>
          <p:cNvSpPr/>
          <p:nvPr/>
        </p:nvSpPr>
        <p:spPr>
          <a:xfrm>
            <a:off x="10682280" y="2706120"/>
            <a:ext cx="12159720" cy="8400846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W1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512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* 3 * 3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B1 = 512 * 4 / 1024 = 2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W2 = 1 * 1 * 1024 * 64 / 1024 = 64</a:t>
            </a:r>
          </a:p>
          <a:p>
            <a:pPr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B2 = 64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 * 4 / 1024 = 0.25</a:t>
            </a:r>
          </a:p>
          <a:p>
            <a:pPr>
              <a:tabLst>
                <a:tab pos="0" algn="l"/>
              </a:tabLst>
            </a:pP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X1 = 1 * 7 * 512 / 1024 = 3.5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Y1p = 1 * 7 * 512 * 4 / 1024 = 14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计算</a:t>
            </a: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9</a:t>
            </a: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次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求部分和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altLang="en-US" sz="3000" spc="-1" dirty="0">
                <a:solidFill>
                  <a:srgbClr val="000000"/>
                </a:solidFill>
                <a:latin typeface="等线"/>
                <a:ea typeface="等线"/>
              </a:rPr>
              <a:t>最终得到的结果经过</a:t>
            </a:r>
            <a:r>
              <a:rPr lang="en-US" altLang="zh-CN" sz="3000" spc="-1" dirty="0" err="1">
                <a:solidFill>
                  <a:srgbClr val="000000"/>
                </a:solidFill>
                <a:latin typeface="等线"/>
                <a:ea typeface="等线"/>
              </a:rPr>
              <a:t>ReLU</a:t>
            </a:r>
            <a:endParaRPr lang="en-US" altLang="zh-CN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Y1 = 1 * 7 * 512 / 1024 = 3.5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X2 = 7 * 7 * 1024 = 49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Buffer = 1 * 7 * 64 * 4 = 3.5</a:t>
            </a:r>
          </a:p>
          <a:p>
            <a:pPr>
              <a:tabLst>
                <a:tab pos="0" algn="l"/>
              </a:tabLst>
            </a:pPr>
            <a:r>
              <a:rPr lang="en-US" altLang="zh-CN" sz="3000" spc="-1" dirty="0">
                <a:solidFill>
                  <a:srgbClr val="000000"/>
                </a:solidFill>
                <a:latin typeface="等线"/>
                <a:ea typeface="等线"/>
              </a:rPr>
              <a:t>Y2 = 7 * 7 * 64</a:t>
            </a:r>
          </a:p>
        </p:txBody>
      </p: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9011521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08302" y="11691121"/>
            <a:ext cx="2960100" cy="492428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W1 = 512 * 3 * 3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825227" y="12159952"/>
            <a:ext cx="2960807" cy="453757"/>
            <a:chOff x="3598828" y="3572918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598828" y="357291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2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E613F3A5-3699-394B-AD12-97E114F028B3}"/>
              </a:ext>
            </a:extLst>
          </p:cNvPr>
          <p:cNvGrpSpPr/>
          <p:nvPr/>
        </p:nvGrpSpPr>
        <p:grpSpPr>
          <a:xfrm>
            <a:off x="6502514" y="3619630"/>
            <a:ext cx="2960100" cy="9016730"/>
            <a:chOff x="6494040" y="3629520"/>
            <a:chExt cx="1643040" cy="4589640"/>
          </a:xfrm>
        </p:grpSpPr>
        <p:sp>
          <p:nvSpPr>
            <p:cNvPr id="31" name="CustomShape 13">
              <a:extLst>
                <a:ext uri="{FF2B5EF4-FFF2-40B4-BE49-F238E27FC236}">
                  <a16:creationId xmlns:a16="http://schemas.microsoft.com/office/drawing/2014/main" id="{F2A83CEF-A3F6-C442-8D37-EA8634DBAE7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CustomShape 14">
              <a:extLst>
                <a:ext uri="{FF2B5EF4-FFF2-40B4-BE49-F238E27FC236}">
                  <a16:creationId xmlns:a16="http://schemas.microsoft.com/office/drawing/2014/main" id="{921C69F1-0F5D-F540-BB32-2E1892ED4A45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W2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64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34" name="Group 15">
            <a:extLst>
              <a:ext uri="{FF2B5EF4-FFF2-40B4-BE49-F238E27FC236}">
                <a16:creationId xmlns:a16="http://schemas.microsoft.com/office/drawing/2014/main" id="{2EE8DAE5-7D01-784B-A0B4-B4837461479B}"/>
              </a:ext>
            </a:extLst>
          </p:cNvPr>
          <p:cNvGrpSpPr/>
          <p:nvPr/>
        </p:nvGrpSpPr>
        <p:grpSpPr>
          <a:xfrm>
            <a:off x="1904390" y="11227477"/>
            <a:ext cx="2960807" cy="463644"/>
            <a:chOff x="3652920" y="3577980"/>
            <a:chExt cx="1643040" cy="310828"/>
          </a:xfrm>
        </p:grpSpPr>
        <p:sp>
          <p:nvSpPr>
            <p:cNvPr id="41" name="CustomShape 16">
              <a:extLst>
                <a:ext uri="{FF2B5EF4-FFF2-40B4-BE49-F238E27FC236}">
                  <a16:creationId xmlns:a16="http://schemas.microsoft.com/office/drawing/2014/main" id="{30CF55F6-E90B-244E-8366-B2BFCBA7B8A2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7">
              <a:extLst>
                <a:ext uri="{FF2B5EF4-FFF2-40B4-BE49-F238E27FC236}">
                  <a16:creationId xmlns:a16="http://schemas.microsoft.com/office/drawing/2014/main" id="{9FB9F6ED-A111-DB4D-BF3B-769C8792221A}"/>
                </a:ext>
              </a:extLst>
            </p:cNvPr>
            <p:cNvSpPr/>
            <p:nvPr/>
          </p:nvSpPr>
          <p:spPr>
            <a:xfrm>
              <a:off x="3688479" y="357798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8" name="CustomShape 10">
            <a:extLst>
              <a:ext uri="{FF2B5EF4-FFF2-40B4-BE49-F238E27FC236}">
                <a16:creationId xmlns:a16="http://schemas.microsoft.com/office/drawing/2014/main" id="{BDF12793-D9DD-FE4A-9C5F-70B03EBF85A7}"/>
              </a:ext>
            </a:extLst>
          </p:cNvPr>
          <p:cNvSpPr/>
          <p:nvPr/>
        </p:nvSpPr>
        <p:spPr>
          <a:xfrm>
            <a:off x="947728" y="592416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0x46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2" name="CustomShape 10">
            <a:extLst>
              <a:ext uri="{FF2B5EF4-FFF2-40B4-BE49-F238E27FC236}">
                <a16:creationId xmlns:a16="http://schemas.microsoft.com/office/drawing/2014/main" id="{2C0C802B-DD3C-FA4F-A017-7B84B721B0EC}"/>
              </a:ext>
            </a:extLst>
          </p:cNvPr>
          <p:cNvSpPr/>
          <p:nvPr/>
        </p:nvSpPr>
        <p:spPr>
          <a:xfrm>
            <a:off x="944586" y="1105592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>
                <a:solidFill>
                  <a:srgbClr val="000000"/>
                </a:solidFill>
                <a:latin typeface="等线"/>
                <a:ea typeface="等线"/>
              </a:rPr>
              <a:t>E50</a:t>
            </a:r>
            <a:r>
              <a:rPr lang="en-US" b="0" strike="noStrike" spc="-1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5988E24D-59BB-4CA3-9F0C-1E514E337014}"/>
              </a:ext>
            </a:extLst>
          </p:cNvPr>
          <p:cNvGrpSpPr/>
          <p:nvPr/>
        </p:nvGrpSpPr>
        <p:grpSpPr>
          <a:xfrm>
            <a:off x="1922702" y="4299263"/>
            <a:ext cx="2960100" cy="1808841"/>
            <a:chOff x="6494040" y="3629520"/>
            <a:chExt cx="1643040" cy="4589640"/>
          </a:xfrm>
        </p:grpSpPr>
        <p:sp>
          <p:nvSpPr>
            <p:cNvPr id="43" name="CustomShape 13">
              <a:extLst>
                <a:ext uri="{FF2B5EF4-FFF2-40B4-BE49-F238E27FC236}">
                  <a16:creationId xmlns:a16="http://schemas.microsoft.com/office/drawing/2014/main" id="{47251C02-27C0-4E49-9783-BD998A31AEAE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4" name="CustomShape 14">
              <a:extLst>
                <a:ext uri="{FF2B5EF4-FFF2-40B4-BE49-F238E27FC236}">
                  <a16:creationId xmlns:a16="http://schemas.microsoft.com/office/drawing/2014/main" id="{0ED56D63-D485-4438-A9CD-0D1DB2D59AA3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Y1p1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14</a:t>
              </a:r>
              <a:endParaRPr lang="en-US" b="1" strike="noStrike" spc="-1" dirty="0">
                <a:solidFill>
                  <a:srgbClr val="000000"/>
                </a:solidFill>
                <a:latin typeface="等线"/>
                <a:ea typeface="等线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2">
            <a:extLst>
              <a:ext uri="{FF2B5EF4-FFF2-40B4-BE49-F238E27FC236}">
                <a16:creationId xmlns:a16="http://schemas.microsoft.com/office/drawing/2014/main" id="{C16AB0BE-E5CB-4CF9-8FF9-3EDDDDFA842C}"/>
              </a:ext>
            </a:extLst>
          </p:cNvPr>
          <p:cNvGrpSpPr/>
          <p:nvPr/>
        </p:nvGrpSpPr>
        <p:grpSpPr>
          <a:xfrm>
            <a:off x="1922702" y="9064618"/>
            <a:ext cx="2960100" cy="754964"/>
            <a:chOff x="6494040" y="3629520"/>
            <a:chExt cx="1643040" cy="4589640"/>
          </a:xfrm>
        </p:grpSpPr>
        <p:sp>
          <p:nvSpPr>
            <p:cNvPr id="47" name="CustomShape 13">
              <a:extLst>
                <a:ext uri="{FF2B5EF4-FFF2-40B4-BE49-F238E27FC236}">
                  <a16:creationId xmlns:a16="http://schemas.microsoft.com/office/drawing/2014/main" id="{A8D70349-8B08-4826-AFDC-72ED0E35E98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1" name="CustomShape 14">
              <a:extLst>
                <a:ext uri="{FF2B5EF4-FFF2-40B4-BE49-F238E27FC236}">
                  <a16:creationId xmlns:a16="http://schemas.microsoft.com/office/drawing/2014/main" id="{FA615709-2A3F-4EB4-BBC1-4B660413449A}"/>
                </a:ext>
              </a:extLst>
            </p:cNvPr>
            <p:cNvSpPr/>
            <p:nvPr/>
          </p:nvSpPr>
          <p:spPr>
            <a:xfrm>
              <a:off x="6529978" y="5629477"/>
              <a:ext cx="1551600" cy="230471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1 = 3.5</a:t>
              </a: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2" name="Group 15">
            <a:extLst>
              <a:ext uri="{FF2B5EF4-FFF2-40B4-BE49-F238E27FC236}">
                <a16:creationId xmlns:a16="http://schemas.microsoft.com/office/drawing/2014/main" id="{F08C677C-2736-4808-80DF-8D5E39D7F59A}"/>
              </a:ext>
            </a:extLst>
          </p:cNvPr>
          <p:cNvGrpSpPr/>
          <p:nvPr/>
        </p:nvGrpSpPr>
        <p:grpSpPr>
          <a:xfrm>
            <a:off x="1922702" y="6111398"/>
            <a:ext cx="2960807" cy="1808841"/>
            <a:chOff x="3652920" y="3584608"/>
            <a:chExt cx="1643040" cy="304200"/>
          </a:xfrm>
        </p:grpSpPr>
        <p:sp>
          <p:nvSpPr>
            <p:cNvPr id="53" name="CustomShape 16">
              <a:extLst>
                <a:ext uri="{FF2B5EF4-FFF2-40B4-BE49-F238E27FC236}">
                  <a16:creationId xmlns:a16="http://schemas.microsoft.com/office/drawing/2014/main" id="{8D587874-FDC3-411C-A1AE-C981FE583B4F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4" name="CustomShape 17">
              <a:extLst>
                <a:ext uri="{FF2B5EF4-FFF2-40B4-BE49-F238E27FC236}">
                  <a16:creationId xmlns:a16="http://schemas.microsoft.com/office/drawing/2014/main" id="{74639746-04C9-49D4-BE32-9B8D2E401E88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Y1p2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14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5" name="CustomShape 10">
            <a:extLst>
              <a:ext uri="{FF2B5EF4-FFF2-40B4-BE49-F238E27FC236}">
                <a16:creationId xmlns:a16="http://schemas.microsoft.com/office/drawing/2014/main" id="{C1210773-153C-4296-9E6D-1A73557F16B1}"/>
              </a:ext>
            </a:extLst>
          </p:cNvPr>
          <p:cNvSpPr/>
          <p:nvPr/>
        </p:nvSpPr>
        <p:spPr>
          <a:xfrm>
            <a:off x="938953" y="773630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0x7E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6" name="CustomShape 10">
            <a:extLst>
              <a:ext uri="{FF2B5EF4-FFF2-40B4-BE49-F238E27FC236}">
                <a16:creationId xmlns:a16="http://schemas.microsoft.com/office/drawing/2014/main" id="{C7F32AC5-D553-41E8-B7D2-C69A436074E0}"/>
              </a:ext>
            </a:extLst>
          </p:cNvPr>
          <p:cNvSpPr/>
          <p:nvPr/>
        </p:nvSpPr>
        <p:spPr>
          <a:xfrm>
            <a:off x="952647" y="88810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0xA8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7" name="CustomShape 10">
            <a:extLst>
              <a:ext uri="{FF2B5EF4-FFF2-40B4-BE49-F238E27FC236}">
                <a16:creationId xmlns:a16="http://schemas.microsoft.com/office/drawing/2014/main" id="{4D944F70-40EE-4918-9377-4EC1A629483A}"/>
              </a:ext>
            </a:extLst>
          </p:cNvPr>
          <p:cNvSpPr/>
          <p:nvPr/>
        </p:nvSpPr>
        <p:spPr>
          <a:xfrm>
            <a:off x="968775" y="1203947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F8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9" name="CustomShape 10">
            <a:extLst>
              <a:ext uri="{FF2B5EF4-FFF2-40B4-BE49-F238E27FC236}">
                <a16:creationId xmlns:a16="http://schemas.microsoft.com/office/drawing/2014/main" id="{C7CF546A-9F9B-437F-BCA3-BEF51BC58BF3}"/>
              </a:ext>
            </a:extLst>
          </p:cNvPr>
          <p:cNvSpPr/>
          <p:nvPr/>
        </p:nvSpPr>
        <p:spPr>
          <a:xfrm>
            <a:off x="952647" y="1156143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E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600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6" name="Group 15">
            <a:extLst>
              <a:ext uri="{FF2B5EF4-FFF2-40B4-BE49-F238E27FC236}">
                <a16:creationId xmlns:a16="http://schemas.microsoft.com/office/drawing/2014/main" id="{6AC5C6F1-FFB3-46A2-883C-07450A5CBDD3}"/>
              </a:ext>
            </a:extLst>
          </p:cNvPr>
          <p:cNvGrpSpPr/>
          <p:nvPr/>
        </p:nvGrpSpPr>
        <p:grpSpPr>
          <a:xfrm>
            <a:off x="1914228" y="3638790"/>
            <a:ext cx="2960807" cy="665589"/>
            <a:chOff x="3652920" y="3584608"/>
            <a:chExt cx="1643040" cy="304200"/>
          </a:xfrm>
        </p:grpSpPr>
        <p:sp>
          <p:nvSpPr>
            <p:cNvPr id="63" name="CustomShape 16">
              <a:extLst>
                <a:ext uri="{FF2B5EF4-FFF2-40B4-BE49-F238E27FC236}">
                  <a16:creationId xmlns:a16="http://schemas.microsoft.com/office/drawing/2014/main" id="{4C9D6729-0D84-4387-9479-FD4759CE168B}"/>
                </a:ext>
              </a:extLst>
            </p:cNvPr>
            <p:cNvSpPr/>
            <p:nvPr/>
          </p:nvSpPr>
          <p:spPr>
            <a:xfrm>
              <a:off x="3652920" y="3584608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4" name="CustomShape 17">
              <a:extLst>
                <a:ext uri="{FF2B5EF4-FFF2-40B4-BE49-F238E27FC236}">
                  <a16:creationId xmlns:a16="http://schemas.microsoft.com/office/drawing/2014/main" id="{1997D71E-62F7-435E-865B-A612666A23AD}"/>
                </a:ext>
              </a:extLst>
            </p:cNvPr>
            <p:cNvSpPr/>
            <p:nvPr/>
          </p:nvSpPr>
          <p:spPr>
            <a:xfrm>
              <a:off x="3685390" y="3596867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X1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3.5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5" name="CustomShape 10">
            <a:extLst>
              <a:ext uri="{FF2B5EF4-FFF2-40B4-BE49-F238E27FC236}">
                <a16:creationId xmlns:a16="http://schemas.microsoft.com/office/drawing/2014/main" id="{4EB9EF60-EE22-46EF-8CE8-FB8248A058EA}"/>
              </a:ext>
            </a:extLst>
          </p:cNvPr>
          <p:cNvSpPr/>
          <p:nvPr/>
        </p:nvSpPr>
        <p:spPr>
          <a:xfrm>
            <a:off x="943681" y="414858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E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2011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4280</TotalTime>
  <Words>2192</Words>
  <Application>Microsoft Office PowerPoint</Application>
  <PresentationFormat>自定义</PresentationFormat>
  <Paragraphs>552</Paragraphs>
  <Slides>23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Helvetica Neue</vt:lpstr>
      <vt:lpstr>等线</vt:lpstr>
      <vt:lpstr>Arial</vt:lpstr>
      <vt:lpstr>Symbol</vt:lpstr>
      <vt:lpstr>Wingdings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hy qu</cp:lastModifiedBy>
  <cp:revision>747</cp:revision>
  <dcterms:created xsi:type="dcterms:W3CDTF">2021-08-29T14:06:47Z</dcterms:created>
  <dcterms:modified xsi:type="dcterms:W3CDTF">2021-11-11T08:44:26Z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2052-11.1.0.10702</vt:lpwstr>
  </property>
</Properties>
</file>